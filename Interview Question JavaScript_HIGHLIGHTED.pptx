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</p:sldIdLst>
  <p:sldSz cx="9144000" cy="5143500" type="screen16x9"/>
  <p:notesSz cx="6858000" cy="9144000"/>
  <p:embeddedFontLst>
    <p:embeddedFont>
      <p:font typeface="Space Grotesk" panose="020B0604020202020204" charset="0"/>
      <p:regular r:id="rId73"/>
      <p:bold r:id="rId74"/>
    </p:embeddedFont>
    <p:embeddedFont>
      <p:font typeface="Space Grotesk Light" panose="020B0604020202020204" charset="0"/>
      <p:regular r:id="rId75"/>
      <p:bold r:id="rId76"/>
    </p:embeddedFont>
    <p:embeddedFont>
      <p:font typeface="Space Grotesk Medium" panose="020B0604020202020204" charset="0"/>
      <p:regular r:id="rId77"/>
      <p:bold r:id="rId7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17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2.fntdata"/><Relationship Id="rId79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5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notesMaster" Target="notesMasters/notesMaster1.xml"/><Relationship Id="rId80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3.fntdata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4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অন্য function-এর argument হিসেবে পাঠানো হয় এবং পরে call করা হয়, সাধারণত asynchronous বা event-driven operation-এর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tasks 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functional programming technique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partial application → কিছু arguments pre-fill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arrow functions দিয়ে সহজে implement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endParaRPr sz="18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Callback hell কী?</a:t>
            </a:r>
            <a:endParaRPr sz="370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26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nested callbacks এর কারণে code deeply indented, hard to read এবং maintain করা কঠিন হয়ে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readability এবং error handling কে কঠিন করে তোলে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Solutions: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3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JavaScript-এ একটি object যা asynchronous operation-এর future result represent করে। এটি success বা failure state ধারণ করতে পারে এবং পরে .then() বা .catch() দিয়ে handle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Pending: Initial state, operation ongoing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Fulfilled: Operation successful → result available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Rejected: Operation failed → error available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Avoids callback hell by chaining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state কয়টি?</a:t>
            </a:r>
            <a:endParaRPr sz="370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দিয়ে error handle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chaining কী?</a:t>
            </a:r>
            <a:endParaRPr sz="3700"/>
          </a:p>
        </p:txBody>
      </p:sp>
      <p:sp>
        <p:nvSpPr>
          <p:cNvPr id="707" name="Google Shape;707;p87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যেখানে multiple asynchronous operations কে sequentially execute করা হয়, এবং প্রতিটি operation শেষ হওয়ার পরে পরের .then() call করা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 একটি new Promise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1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ES8 এর feature, যা asynchronous code কে synchronous এর মতো readable এবং manageable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await keyword: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built-in function যা network request (HTTP) পাঠানোর জন্য ব্যবহার হয় এবং এটি একটি Promise return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GET, POST, PUT, DELETE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JavaScript runtime-এর একটি mechanism যা single-threaded environment-এ asynchronous operations manage করে, এবং ensures করে যে non-blocking tasks ঠিকভাবে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→ Call Stack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ফাঁকা হলে Task / Callback Queue থেকে task Call Stack এ push করে execute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JavaScript runtime-এর একটি queue যা promise callbacks এবং process.nextTick (Node.js) এর মতো high-priority asynchronous tasks রাখে, এবং Event Loop Call Stack ফাঁকা হলে এগুলো প্রথমে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 priority than regular Task Queue (macro task)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এখানে চলে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Microtask Queue থেকে tasks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setTimeout কেন delay নেয়?</a:t>
            </a:r>
            <a:endParaRPr sz="370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asynchronous function, যা callback function কে minimum delay পর execute করে। Delay নেয় কারণ JavaScript single-threaded এবং Event Loop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main thread block করে না, তাই delay থাকলেও code execution চলতে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Minimum delay: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Actual delay may be longer: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0ms দিলেও immediate execution guarantee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map() vs forEach()</a:t>
            </a:r>
            <a:endParaRPr sz="370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array iteration করার জন্য ব্যবহৃত হয়,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এ callback apply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modify করতে পারে, new array return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modify করে new array return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filter() কী?</a:t>
            </a:r>
            <a:endParaRPr sz="370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reduce() explain with example</a:t>
            </a:r>
            <a:endParaRPr sz="370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array-এর সব elements কে একটি single value তে reduce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 থেকে element remove বা insert করে original array modify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array বা object copy করার দুইটি ধরন, এবং এদের মধ্যে পার্থক্য হলো কিভাবে nested structures handle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top-level elements copy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→ original পরিবর্তন হলে copy তেও পরিবর্তন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→ nested objects আলাদা memory 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JSON.parse(JSON.stringify(obj)), structuredClone() (modern JS), recursive function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Merging arrays / objects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Destructuring</a:t>
            </a:r>
            <a:endParaRPr sz="3700"/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হলো JavaScript feature যা array বা object থেকে values কে extract করে variables-এ সহজে assign করার জন্য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completely immutable হয়ে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update করা যাবে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Prototype কী?</a:t>
            </a:r>
            <a:endParaRPr sz="370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mechanism যার মাধ্যমে objects একে অপরের কাছ থেকে properties ও methods inherit করে। JavaScript-এ inheritance prototype chain দিয়ে কাজ করে, class না, object-to-object linkage দিয়ে।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object-এর একটি internal property থাকে → [[Prototype]]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access করা হয় __proto__ বা Object.getPrototypeOf() দিয়ে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property object-এ না পাওয়া যায়, JavaScript prototype chain ধরে উপরের object-এ খোঁজে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4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একটি programming interface যা HTML document কে tree structure আকারে represent করে, যাতে JavaScript দিয়ে web page dynamically change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HTML কে parse করে একটি tree of nodes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HTML element DOM-এর একটি object (node)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 JavaScript event propagation mechanism যেখানে কোনো element-এ event ঘটলে সেটি ভিতর থেকে বাইরে (child → parent → document) দিকে propagate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behavior হলো bubbling phase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প্রথমে target element-এ trigger হয়, তারপর parent, তারপর grandparent পর্যন্ত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ব্যবহার করে bubbling থামানো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1029</TotalTime>
  <Words>5508</Words>
  <Application>Microsoft Office PowerPoint</Application>
  <PresentationFormat>On-screen Show (16:9)</PresentationFormat>
  <Paragraphs>602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Arial</vt:lpstr>
      <vt:lpstr>Space Grotesk</vt:lpstr>
      <vt:lpstr>Space Grotesk Medium</vt:lpstr>
      <vt:lpstr>Space Grotesk Light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map() vs forEach()</vt:lpstr>
      <vt:lpstr>filter() কী?</vt:lpstr>
      <vt:lpstr>reduce() explain with example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236</cp:revision>
  <dcterms:modified xsi:type="dcterms:W3CDTF">2026-04-30T05:20:40Z</dcterms:modified>
</cp:coreProperties>
</file>