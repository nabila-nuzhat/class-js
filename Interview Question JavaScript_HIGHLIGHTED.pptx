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8" r:id="rId1"/>
    <p:sldMasterId id="2147483699" r:id="rId2"/>
  </p:sldMasterIdLst>
  <p:notesMasterIdLst>
    <p:notesMasterId r:id="rId7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324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325" r:id="rId44"/>
    <p:sldId id="296" r:id="rId45"/>
    <p:sldId id="297" r:id="rId46"/>
    <p:sldId id="298" r:id="rId47"/>
    <p:sldId id="326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3" r:id="rId72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74"/>
      <p:bold r:id="rId75"/>
      <p:italic r:id="rId76"/>
      <p:boldItalic r:id="rId77"/>
    </p:embeddedFont>
    <p:embeddedFont>
      <p:font typeface="Space Grotesk" panose="020B0604020202020204" charset="0"/>
      <p:regular r:id="rId78"/>
      <p:bold r:id="rId79"/>
    </p:embeddedFont>
    <p:embeddedFont>
      <p:font typeface="Space Grotesk Light" panose="020B0604020202020204" charset="0"/>
      <p:regular r:id="rId80"/>
      <p:bold r:id="rId81"/>
    </p:embeddedFont>
    <p:embeddedFont>
      <p:font typeface="Space Grotesk Medium" panose="020B0604020202020204" charset="0"/>
      <p:regular r:id="rId82"/>
      <p:bold r:id="rId8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12908C-D88F-4C29-BC14-842A4145CC11}" v="370" dt="2026-04-22T15:03:19.133"/>
    <p1510:client id="{A38C5047-D381-4F88-8585-7C7B92A17BAF}" v="68" dt="2026-04-23T01:29:33.606"/>
    <p1510:client id="{B2791F88-11CC-46E0-A223-F32659C40A30}" v="214" dt="2026-04-23T04:06:15.682"/>
  </p1510:revLst>
</p1510:revInfo>
</file>

<file path=ppt/tableStyles.xml><?xml version="1.0" encoding="utf-8"?>
<a:tblStyleLst xmlns:a="http://schemas.openxmlformats.org/drawingml/2006/main" def="{C69FB0F3-B2E3-4281-9DBD-54BAB008E74F}">
  <a:tblStyle styleId="{C69FB0F3-B2E3-4281-9DBD-54BAB008E74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7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font" Target="fonts/font4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font" Target="fonts/font7.fntdata"/><Relationship Id="rId85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font" Target="fonts/font2.fntdata"/><Relationship Id="rId83" Type="http://schemas.openxmlformats.org/officeDocument/2006/relationships/font" Target="fonts/font10.fntdata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5.fntdata"/><Relationship Id="rId81" Type="http://schemas.openxmlformats.org/officeDocument/2006/relationships/font" Target="fonts/font8.fntdata"/><Relationship Id="rId86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3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tableStyles" Target="tableStyles.xml"/><Relationship Id="rId61" Type="http://schemas.openxmlformats.org/officeDocument/2006/relationships/slide" Target="slides/slide59.xml"/><Relationship Id="rId8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b2891db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b2891db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ab2891db4b_0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ab2891db4b_0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b2891db4b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b2891db4b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b2891db4b_0_4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ab2891db4b_0_4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ab2891db4b_0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ab2891db4b_0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ab2891db4b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ab2891db4b_0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b2891db4b_0_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b2891db4b_0_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ab2891db4b_0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ab2891db4b_0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ab2891db4b_0_5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ab2891db4b_0_5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ab2891db4b_0_5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ab2891db4b_0_5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3ab2891db4b_0_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3ab2891db4b_0_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ab2891db4b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ab2891db4b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b2891db4b_0_5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ab2891db4b_0_5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ab2891db4b_0_5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ab2891db4b_0_5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b2891db4b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b2891db4b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ab2891db4b_0_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ab2891db4b_0_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ab2891db4b_0_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ab2891db4b_0_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ab2891db4b_0_5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ab2891db4b_0_5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ab2891db4b_0_5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3ab2891db4b_0_5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ab2891db4b_0_5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ab2891db4b_0_5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ab2891db4b_0_5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ab2891db4b_0_5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b2891db4b_0_5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ab2891db4b_0_5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ab2891db4b_0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ab2891db4b_0_5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ab2891db4b_0_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3ab2891db4b_0_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ab2891db4b_0_5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4" name="Google Shape;644;g3ab2891db4b_0_5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ab2891db4b_0_6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ab2891db4b_0_6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3ab2891db4b_0_6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3ab2891db4b_0_6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ab2891db4b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3ab2891db4b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b2891db4b_0_6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ab2891db4b_0_6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b2891db4b_0_6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ab2891db4b_0_6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>
          <a:extLst>
            <a:ext uri="{FF2B5EF4-FFF2-40B4-BE49-F238E27FC236}">
              <a16:creationId xmlns:a16="http://schemas.microsoft.com/office/drawing/2014/main" id="{6CF99991-58AC-5338-5E37-FB96D058A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ab2891db4b_0_623:notes">
            <a:extLst>
              <a:ext uri="{FF2B5EF4-FFF2-40B4-BE49-F238E27FC236}">
                <a16:creationId xmlns:a16="http://schemas.microsoft.com/office/drawing/2014/main" id="{2A9ACD3F-264F-24AC-AB27-F1E555CE3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3ab2891db4b_0_623:notes">
            <a:extLst>
              <a:ext uri="{FF2B5EF4-FFF2-40B4-BE49-F238E27FC236}">
                <a16:creationId xmlns:a16="http://schemas.microsoft.com/office/drawing/2014/main" id="{3491CF0B-F273-394A-1F21-ACD7F95A6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31568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ab2891db4b_0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ab2891db4b_0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ab2891db4b_0_6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ab2891db4b_0_6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ab2891db4b_0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ab2891db4b_0_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ab2891db4b_0_6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ab2891db4b_0_6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3ab2891db4b_0_6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3ab2891db4b_0_6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ab2891db4b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ab2891db4b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b2891db4b_0_6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3ab2891db4b_0_6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ab2891db4b_0_6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3ab2891db4b_0_6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ab2891db4b_0_6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ab2891db4b_0_6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b2891db4b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ab2891db4b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>
          <a:extLst>
            <a:ext uri="{FF2B5EF4-FFF2-40B4-BE49-F238E27FC236}">
              <a16:creationId xmlns:a16="http://schemas.microsoft.com/office/drawing/2014/main" id="{24E08263-9176-B894-69B6-19B2576E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b2891db4b_0_674:notes">
            <a:extLst>
              <a:ext uri="{FF2B5EF4-FFF2-40B4-BE49-F238E27FC236}">
                <a16:creationId xmlns:a16="http://schemas.microsoft.com/office/drawing/2014/main" id="{03B8D559-CBC5-AFDA-089F-33537CE7CF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ab2891db4b_0_674:notes">
            <a:extLst>
              <a:ext uri="{FF2B5EF4-FFF2-40B4-BE49-F238E27FC236}">
                <a16:creationId xmlns:a16="http://schemas.microsoft.com/office/drawing/2014/main" id="{568BDBE0-1330-6676-9941-7069B0017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64023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g3ab2891db4b_0_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0" name="Google Shape;740;g3ab2891db4b_0_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ab2891db4b_0_6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3ab2891db4b_0_6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b2891db4b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ab2891db4b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>
          <a:extLst>
            <a:ext uri="{FF2B5EF4-FFF2-40B4-BE49-F238E27FC236}">
              <a16:creationId xmlns:a16="http://schemas.microsoft.com/office/drawing/2014/main" id="{E622C04F-1E52-5E70-BF4B-BC5BC1E0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ab2891db4b_0_689:notes">
            <a:extLst>
              <a:ext uri="{FF2B5EF4-FFF2-40B4-BE49-F238E27FC236}">
                <a16:creationId xmlns:a16="http://schemas.microsoft.com/office/drawing/2014/main" id="{A9DCEBBD-F241-A5B7-A9C5-AC36E182C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3ab2891db4b_0_689:notes">
            <a:extLst>
              <a:ext uri="{FF2B5EF4-FFF2-40B4-BE49-F238E27FC236}">
                <a16:creationId xmlns:a16="http://schemas.microsoft.com/office/drawing/2014/main" id="{E0ADE679-3216-D4FF-5717-DE169993B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884740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ab2891db4b_0_6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3ab2891db4b_0_6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3ab2891db4b_0_6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3ab2891db4b_0_6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ab2891db4b_0_7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ab2891db4b_0_7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ab2891db4b_0_7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ab2891db4b_0_7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3b3eea1e2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3b3eea1e2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b3eea1e2b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3b3eea1e2b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b3eea1e2b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b3eea1e2b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b3eea1e2b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b3eea1e2b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3b3eea1e2b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3b3eea1e2b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b3eea1e2b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3b3eea1e2b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b3eea1e2b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3b3eea1e2b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b3eea1e2b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b3eea1e2b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b3eea1e2bf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3b3eea1e2bf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3b3eea1e2bf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3b3eea1e2bf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3b3eea1e2b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3b3eea1e2b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b3eea1e2b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b3eea1e2b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b3eea1e2bf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b3eea1e2bf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b3eea1e2b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3b3eea1e2b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b3eea1e2bf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3b3eea1e2bf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b3eea1e2b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3b3eea1e2bf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b3eea1e2bf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3b3eea1e2bf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3b3eea1e2bf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3b3eea1e2bf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b3eea1e2bf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b3eea1e2bf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b3eea1e2bf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b3eea1e2bf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1">
  <p:cSld name="TITLE_1_2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716836" y="2603560"/>
            <a:ext cx="77757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title" idx="2"/>
          </p:nvPr>
        </p:nvSpPr>
        <p:spPr>
          <a:xfrm>
            <a:off x="699978" y="4174219"/>
            <a:ext cx="4909500" cy="330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title" idx="3"/>
          </p:nvPr>
        </p:nvSpPr>
        <p:spPr>
          <a:xfrm>
            <a:off x="716836" y="3459250"/>
            <a:ext cx="7673400" cy="67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900"/>
              <a:buFont typeface="Space Grotesk"/>
              <a:buNone/>
              <a:defRPr sz="39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title" idx="4"/>
          </p:nvPr>
        </p:nvSpPr>
        <p:spPr>
          <a:xfrm>
            <a:off x="699978" y="734269"/>
            <a:ext cx="4299000" cy="18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3900">
                <a:solidFill>
                  <a:schemeClr val="lt2"/>
                </a:solidFill>
                <a:highlight>
                  <a:schemeClr val="accent5"/>
                </a:highlight>
              </a:defRPr>
            </a:lvl9pPr>
          </a:lstStyle>
          <a:p>
            <a:endParaRPr/>
          </a:p>
        </p:txBody>
      </p:sp>
      <p:grpSp>
        <p:nvGrpSpPr>
          <p:cNvPr id="59" name="Google Shape;59;p14"/>
          <p:cNvGrpSpPr/>
          <p:nvPr/>
        </p:nvGrpSpPr>
        <p:grpSpPr>
          <a:xfrm>
            <a:off x="6871890" y="501597"/>
            <a:ext cx="139297" cy="110523"/>
            <a:chOff x="2601950" y="1974675"/>
            <a:chExt cx="2474200" cy="1963100"/>
          </a:xfrm>
        </p:grpSpPr>
        <p:sp>
          <p:nvSpPr>
            <p:cNvPr id="60" name="Google Shape;60;p14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3" name="Google Shape;63;p14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6" name="Google Shape;66;p14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67" name="Google Shape;67;p14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68" name="Google Shape;68;p14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69" name="Google Shape;69;p14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2" name="Google Shape;72;p14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3" name="Google Shape;73;p14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4" name="Google Shape;74;p14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75" name="Google Shape;75;p14"/>
          <p:cNvGrpSpPr/>
          <p:nvPr/>
        </p:nvGrpSpPr>
        <p:grpSpPr>
          <a:xfrm>
            <a:off x="4265152" y="4275922"/>
            <a:ext cx="139297" cy="110523"/>
            <a:chOff x="2601950" y="1974675"/>
            <a:chExt cx="2474200" cy="1963100"/>
          </a:xfrm>
        </p:grpSpPr>
        <p:sp>
          <p:nvSpPr>
            <p:cNvPr id="76" name="Google Shape;76;p14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7" name="Google Shape;77;p14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8" name="Google Shape;78;p14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0" name="Google Shape;80;p14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1" name="Google Shape;81;p14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82" name="Google Shape;82;p14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" userDrawn="1">
          <p15:clr>
            <a:srgbClr val="E46962"/>
          </p15:clr>
        </p15:guide>
        <p15:guide id="2" pos="159" userDrawn="1">
          <p15:clr>
            <a:srgbClr val="E46962"/>
          </p15:clr>
        </p15:guide>
        <p15:guide id="3" orient="horz" pos="2772" userDrawn="1">
          <p15:clr>
            <a:srgbClr val="E46962"/>
          </p15:clr>
        </p15:guide>
        <p15:guide id="4" pos="5292" userDrawn="1">
          <p15:clr>
            <a:srgbClr val="E46962"/>
          </p15:clr>
        </p15:guide>
        <p15:guide id="5" pos="468" userDrawn="1">
          <p15:clr>
            <a:srgbClr val="E46962"/>
          </p15:clr>
        </p15:guide>
        <p15:guide id="6" pos="5601" userDrawn="1">
          <p15:clr>
            <a:srgbClr val="E46962"/>
          </p15:clr>
        </p15:guide>
        <p15:guide id="7" orient="horz" pos="468" userDrawn="1">
          <p15:clr>
            <a:srgbClr val="E46962"/>
          </p15:clr>
        </p15:guide>
        <p15:guide id="8" orient="horz" pos="3081" userDrawn="1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- Alt 1">
  <p:cSld name="BLANK_1_1_1_1_1_1_1">
    <p:bg>
      <p:bgPr>
        <a:solidFill>
          <a:schemeClr val="dk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>
            <a:off x="0" y="0"/>
            <a:ext cx="9144000" cy="2859050"/>
            <a:chOff x="0" y="0"/>
            <a:chExt cx="9144000" cy="2859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2700100" y="175"/>
              <a:ext cx="6443900" cy="2858875"/>
              <a:chOff x="2700100" y="175"/>
              <a:chExt cx="6443900" cy="2858875"/>
            </a:xfrm>
          </p:grpSpPr>
          <p:sp>
            <p:nvSpPr>
              <p:cNvPr id="86" name="Google Shape;86;p15"/>
              <p:cNvSpPr/>
              <p:nvPr/>
            </p:nvSpPr>
            <p:spPr>
              <a:xfrm>
                <a:off x="2700100" y="1225675"/>
                <a:ext cx="783600" cy="903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3463000" y="1250450"/>
                <a:ext cx="1434000" cy="1608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8" name="Google Shape;88;p15"/>
              <p:cNvSpPr/>
              <p:nvPr/>
            </p:nvSpPr>
            <p:spPr>
              <a:xfrm>
                <a:off x="4636475" y="175"/>
                <a:ext cx="16593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89" name="Google Shape;89;p15"/>
              <p:cNvSpPr/>
              <p:nvPr/>
            </p:nvSpPr>
            <p:spPr>
              <a:xfrm>
                <a:off x="6295800" y="1399075"/>
                <a:ext cx="7836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0" name="Google Shape;90;p15"/>
              <p:cNvSpPr/>
              <p:nvPr/>
            </p:nvSpPr>
            <p:spPr>
              <a:xfrm>
                <a:off x="7745100" y="175"/>
                <a:ext cx="1398900" cy="13989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1" name="Google Shape;91;p15"/>
              <p:cNvSpPr/>
              <p:nvPr/>
            </p:nvSpPr>
            <p:spPr>
              <a:xfrm>
                <a:off x="6961500" y="175"/>
                <a:ext cx="866100" cy="7302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  <p:grpSp>
          <p:nvGrpSpPr>
            <p:cNvPr id="92" name="Google Shape;92;p15"/>
            <p:cNvGrpSpPr/>
            <p:nvPr/>
          </p:nvGrpSpPr>
          <p:grpSpPr>
            <a:xfrm>
              <a:off x="0" y="0"/>
              <a:ext cx="4896900" cy="2797700"/>
              <a:chOff x="0" y="0"/>
              <a:chExt cx="4896900" cy="2797700"/>
            </a:xfrm>
          </p:grpSpPr>
          <p:sp>
            <p:nvSpPr>
              <p:cNvPr id="93" name="Google Shape;93;p15"/>
              <p:cNvSpPr/>
              <p:nvPr/>
            </p:nvSpPr>
            <p:spPr>
              <a:xfrm>
                <a:off x="0" y="1398800"/>
                <a:ext cx="13989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  <p:sp>
            <p:nvSpPr>
              <p:cNvPr id="94" name="Google Shape;94;p15"/>
              <p:cNvSpPr/>
              <p:nvPr/>
            </p:nvSpPr>
            <p:spPr>
              <a:xfrm>
                <a:off x="1398900" y="0"/>
                <a:ext cx="3498000" cy="13989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endParaRPr>
              </a:p>
            </p:txBody>
          </p:sp>
        </p:grpSp>
      </p:grpSp>
      <p:sp>
        <p:nvSpPr>
          <p:cNvPr id="95" name="Google Shape;95;p15"/>
          <p:cNvSpPr txBox="1">
            <a:spLocks noGrp="1"/>
          </p:cNvSpPr>
          <p:nvPr>
            <p:ph type="subTitle" idx="1"/>
          </p:nvPr>
        </p:nvSpPr>
        <p:spPr>
          <a:xfrm>
            <a:off x="1821150" y="252600"/>
            <a:ext cx="2653500" cy="90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252600" y="4124825"/>
            <a:ext cx="8638800" cy="90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Font typeface="Space Grotesk"/>
              <a:buNone/>
              <a:defRPr sz="77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700"/>
              <a:buNone/>
              <a:defRPr sz="77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orient="horz" pos="468" userDrawn="1">
          <p15:clr>
            <a:srgbClr val="E46962"/>
          </p15:clr>
        </p15:guide>
        <p15:guide id="3" pos="5601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orient="horz" pos="2772" userDrawn="1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">
  <p:cSld name="BLANK_1_1_1_1_1_1_1_1_1_1_1_1_1_1_1_1_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99" name="Google Shape;99;p16"/>
          <p:cNvGrpSpPr/>
          <p:nvPr/>
        </p:nvGrpSpPr>
        <p:grpSpPr>
          <a:xfrm>
            <a:off x="4153925" y="0"/>
            <a:ext cx="4990175" cy="5143425"/>
            <a:chOff x="4153925" y="0"/>
            <a:chExt cx="4990175" cy="5143425"/>
          </a:xfrm>
        </p:grpSpPr>
        <p:sp>
          <p:nvSpPr>
            <p:cNvPr id="100" name="Google Shape;100;p16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6289300" y="2420925"/>
              <a:ext cx="2854800" cy="27225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2" name="Google Shape;102;p16"/>
            <p:cNvSpPr/>
            <p:nvPr/>
          </p:nvSpPr>
          <p:spPr>
            <a:xfrm>
              <a:off x="4153925" y="0"/>
              <a:ext cx="1570200" cy="676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4722625" y="0"/>
              <a:ext cx="4421400" cy="2105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252600" y="270725"/>
            <a:ext cx="42162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accent4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accent4"/>
                </a:highlight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252600" y="1973625"/>
            <a:ext cx="3128700" cy="2917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06" name="Google Shape;106;p16"/>
          <p:cNvSpPr>
            <a:spLocks noGrp="1"/>
          </p:cNvSpPr>
          <p:nvPr>
            <p:ph type="pic" idx="2"/>
          </p:nvPr>
        </p:nvSpPr>
        <p:spPr>
          <a:xfrm>
            <a:off x="4468800" y="908675"/>
            <a:ext cx="3936300" cy="311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6"/>
          <p:cNvSpPr>
            <a:spLocks noGrp="1"/>
          </p:cNvSpPr>
          <p:nvPr>
            <p:ph type="pic" idx="3"/>
          </p:nvPr>
        </p:nvSpPr>
        <p:spPr>
          <a:xfrm>
            <a:off x="4153925" y="1728449"/>
            <a:ext cx="3586800" cy="2672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 userDrawn="1">
          <p15:clr>
            <a:srgbClr val="E46962"/>
          </p15:clr>
        </p15:guide>
        <p15:guide id="2" pos="468" userDrawn="1">
          <p15:clr>
            <a:srgbClr val="E46962"/>
          </p15:clr>
        </p15:guide>
        <p15:guide id="3" pos="5601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pos="159" userDrawn="1">
          <p15:clr>
            <a:srgbClr val="E46962"/>
          </p15:clr>
        </p15:guide>
        <p15:guide id="7" orient="horz" pos="2772" userDrawn="1">
          <p15:clr>
            <a:srgbClr val="E46962"/>
          </p15:clr>
        </p15:guide>
        <p15:guide id="8" pos="2617" userDrawn="1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1">
  <p:cSld name="BLANK_1_1_1_1_1_1_1_1_1_1_1_1_2">
    <p:bg>
      <p:bgPr>
        <a:solidFill>
          <a:schemeClr val="accent2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6462300" y="2136900"/>
            <a:ext cx="2681700" cy="11472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094200" y="0"/>
            <a:ext cx="3049800" cy="676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5759200" y="313425"/>
            <a:ext cx="3049800" cy="36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Light"/>
              <a:ea typeface="Space Grotesk Light"/>
              <a:cs typeface="Space Grotesk Light"/>
              <a:sym typeface="Space Grotesk Light"/>
            </a:endParaRPr>
          </a:p>
        </p:txBody>
      </p:sp>
      <p:sp>
        <p:nvSpPr>
          <p:cNvPr id="112" name="Google Shape;112;p17"/>
          <p:cNvSpPr/>
          <p:nvPr/>
        </p:nvSpPr>
        <p:spPr>
          <a:xfrm rot="-5400000">
            <a:off x="5529300" y="2510100"/>
            <a:ext cx="468000" cy="40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4728000" y="2032675"/>
            <a:ext cx="1408200" cy="147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3632100" y="0"/>
            <a:ext cx="5511900" cy="5143525"/>
            <a:chOff x="3632100" y="0"/>
            <a:chExt cx="5511900" cy="5143525"/>
          </a:xfrm>
        </p:grpSpPr>
        <p:sp>
          <p:nvSpPr>
            <p:cNvPr id="115" name="Google Shape;115;p17"/>
            <p:cNvSpPr/>
            <p:nvPr/>
          </p:nvSpPr>
          <p:spPr>
            <a:xfrm>
              <a:off x="6462300" y="1441775"/>
              <a:ext cx="2681700" cy="11472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6462300" y="3103775"/>
              <a:ext cx="2681700" cy="2039700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4153925" y="1416600"/>
              <a:ext cx="1570200" cy="676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4196325" y="4236925"/>
              <a:ext cx="2376000" cy="906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3632100" y="0"/>
              <a:ext cx="5511900" cy="1473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20" name="Google Shape;120;p17"/>
          <p:cNvSpPr txBox="1">
            <a:spLocks noGrp="1"/>
          </p:cNvSpPr>
          <p:nvPr>
            <p:ph type="subTitle" idx="1"/>
          </p:nvPr>
        </p:nvSpPr>
        <p:spPr>
          <a:xfrm>
            <a:off x="160431" y="168104"/>
            <a:ext cx="2653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2"/>
          </p:nvPr>
        </p:nvSpPr>
        <p:spPr>
          <a:xfrm>
            <a:off x="252600" y="3797350"/>
            <a:ext cx="3049800" cy="109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252600" y="2841100"/>
            <a:ext cx="42882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>
                <a:highlight>
                  <a:schemeClr val="l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123" name="Google Shape;123;p17"/>
          <p:cNvSpPr>
            <a:spLocks noGrp="1"/>
          </p:cNvSpPr>
          <p:nvPr>
            <p:ph type="pic" idx="3"/>
          </p:nvPr>
        </p:nvSpPr>
        <p:spPr>
          <a:xfrm>
            <a:off x="4634854" y="627935"/>
            <a:ext cx="3444300" cy="327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orient="horz" pos="468" userDrawn="1">
          <p15:clr>
            <a:srgbClr val="E46962"/>
          </p15:clr>
        </p15:guide>
        <p15:guide id="3" pos="5601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pos="159" userDrawn="1">
          <p15:clr>
            <a:srgbClr val="E46962"/>
          </p15:clr>
        </p15:guide>
        <p15:guide id="6" pos="5292" userDrawn="1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ept">
  <p:cSld name="ONE_COLUMN_TEXT_1">
    <p:bg>
      <p:bgPr>
        <a:solidFill>
          <a:schemeClr val="accent2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8"/>
          <p:cNvGrpSpPr/>
          <p:nvPr/>
        </p:nvGrpSpPr>
        <p:grpSpPr>
          <a:xfrm>
            <a:off x="2230528" y="1108408"/>
            <a:ext cx="4915231" cy="2940670"/>
            <a:chOff x="2230528" y="1108408"/>
            <a:chExt cx="4915231" cy="2940670"/>
          </a:xfrm>
        </p:grpSpPr>
        <p:sp>
          <p:nvSpPr>
            <p:cNvPr id="126" name="Google Shape;126;p18"/>
            <p:cNvSpPr/>
            <p:nvPr/>
          </p:nvSpPr>
          <p:spPr>
            <a:xfrm>
              <a:off x="3583559" y="223737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3169759" y="1865553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2715512" y="1415749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29" name="Google Shape;129;p18"/>
            <p:cNvSpPr/>
            <p:nvPr/>
          </p:nvSpPr>
          <p:spPr>
            <a:xfrm>
              <a:off x="2230528" y="1108408"/>
              <a:ext cx="3562200" cy="1811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30" name="Google Shape;130;p18"/>
          <p:cNvSpPr txBox="1">
            <a:spLocks noGrp="1"/>
          </p:cNvSpPr>
          <p:nvPr>
            <p:ph type="title"/>
          </p:nvPr>
        </p:nvSpPr>
        <p:spPr>
          <a:xfrm>
            <a:off x="2420613" y="1299977"/>
            <a:ext cx="4262400" cy="9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 Medium"/>
              <a:buNone/>
              <a:defRPr sz="35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Font typeface="Space Grotesk Medium"/>
              <a:buNone/>
              <a:defRPr sz="3600"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body" idx="1"/>
          </p:nvPr>
        </p:nvSpPr>
        <p:spPr>
          <a:xfrm>
            <a:off x="4192376" y="2436625"/>
            <a:ext cx="1356300" cy="15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body" idx="2"/>
          </p:nvPr>
        </p:nvSpPr>
        <p:spPr>
          <a:xfrm>
            <a:off x="5712456" y="2436625"/>
            <a:ext cx="1356300" cy="15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>
                <a:highlight>
                  <a:schemeClr val="lt2"/>
                </a:highlight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○"/>
              <a:defRPr sz="1000">
                <a:highlight>
                  <a:schemeClr val="lt2"/>
                </a:highlight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■"/>
              <a:defRPr sz="10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133" name="Google Shape;133;p18"/>
          <p:cNvSpPr txBox="1">
            <a:spLocks noGrp="1"/>
          </p:cNvSpPr>
          <p:nvPr>
            <p:ph type="body" idx="3"/>
          </p:nvPr>
        </p:nvSpPr>
        <p:spPr>
          <a:xfrm>
            <a:off x="2230525" y="2436625"/>
            <a:ext cx="1878300" cy="208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●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○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Char char="■"/>
              <a:defRPr sz="1500">
                <a:solidFill>
                  <a:schemeClr val="lt2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CUSTOM">
    <p:bg>
      <p:bgPr>
        <a:solidFill>
          <a:schemeClr val="accent2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>
            <a:spLocks noGrp="1"/>
          </p:cNvSpPr>
          <p:nvPr>
            <p:ph type="pic" idx="2"/>
          </p:nvPr>
        </p:nvSpPr>
        <p:spPr>
          <a:xfrm>
            <a:off x="743700" y="1693750"/>
            <a:ext cx="3974100" cy="27024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6" name="Google Shape;136;p19"/>
          <p:cNvGrpSpPr/>
          <p:nvPr/>
        </p:nvGrpSpPr>
        <p:grpSpPr>
          <a:xfrm>
            <a:off x="743700" y="742300"/>
            <a:ext cx="7047725" cy="3657400"/>
            <a:chOff x="743700" y="742300"/>
            <a:chExt cx="7047725" cy="3657400"/>
          </a:xfrm>
        </p:grpSpPr>
        <p:sp>
          <p:nvSpPr>
            <p:cNvPr id="137" name="Google Shape;137;p19"/>
            <p:cNvSpPr/>
            <p:nvPr/>
          </p:nvSpPr>
          <p:spPr>
            <a:xfrm>
              <a:off x="4626725" y="1693750"/>
              <a:ext cx="3164700" cy="1721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4718150" y="3341000"/>
              <a:ext cx="1465200" cy="10587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39" name="Google Shape;139;p19"/>
            <p:cNvSpPr/>
            <p:nvPr/>
          </p:nvSpPr>
          <p:spPr>
            <a:xfrm>
              <a:off x="743700" y="742300"/>
              <a:ext cx="4529700" cy="1839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0" name="Google Shape;140;p19"/>
            <p:cNvSpPr/>
            <p:nvPr/>
          </p:nvSpPr>
          <p:spPr>
            <a:xfrm>
              <a:off x="1359836" y="2451775"/>
              <a:ext cx="4164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1" name="Google Shape;141;p19"/>
            <p:cNvSpPr/>
            <p:nvPr/>
          </p:nvSpPr>
          <p:spPr>
            <a:xfrm>
              <a:off x="744050" y="3236575"/>
              <a:ext cx="741900" cy="39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2" name="Google Shape;142;p19"/>
            <p:cNvSpPr/>
            <p:nvPr/>
          </p:nvSpPr>
          <p:spPr>
            <a:xfrm>
              <a:off x="1495975" y="2368625"/>
              <a:ext cx="765000" cy="867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143" name="Google Shape;143;p19"/>
            <p:cNvSpPr/>
            <p:nvPr/>
          </p:nvSpPr>
          <p:spPr>
            <a:xfrm>
              <a:off x="3976375" y="2351575"/>
              <a:ext cx="741900" cy="492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144" name="Google Shape;144;p19"/>
          <p:cNvSpPr/>
          <p:nvPr/>
        </p:nvSpPr>
        <p:spPr>
          <a:xfrm>
            <a:off x="4718150" y="2839125"/>
            <a:ext cx="1465200" cy="576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183250" y="3341000"/>
            <a:ext cx="1245300" cy="1058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1032350" y="737025"/>
            <a:ext cx="3651300" cy="155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title" idx="3"/>
          </p:nvPr>
        </p:nvSpPr>
        <p:spPr>
          <a:xfrm>
            <a:off x="6183250" y="3136100"/>
            <a:ext cx="2217000" cy="20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148" name="Google Shape;148;p19"/>
          <p:cNvSpPr txBox="1">
            <a:spLocks noGrp="1"/>
          </p:cNvSpPr>
          <p:nvPr>
            <p:ph type="title" idx="4"/>
          </p:nvPr>
        </p:nvSpPr>
        <p:spPr>
          <a:xfrm>
            <a:off x="4713425" y="1725175"/>
            <a:ext cx="2991300" cy="12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  <p:sp>
        <p:nvSpPr>
          <p:cNvPr id="149" name="Google Shape;149;p19"/>
          <p:cNvSpPr txBox="1">
            <a:spLocks noGrp="1"/>
          </p:cNvSpPr>
          <p:nvPr>
            <p:ph type="title" idx="5"/>
          </p:nvPr>
        </p:nvSpPr>
        <p:spPr>
          <a:xfrm>
            <a:off x="5340025" y="733275"/>
            <a:ext cx="3287400" cy="91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150" name="Google Shape;150;p19"/>
          <p:cNvSpPr>
            <a:spLocks noGrp="1"/>
          </p:cNvSpPr>
          <p:nvPr>
            <p:ph type="pic" idx="6"/>
          </p:nvPr>
        </p:nvSpPr>
        <p:spPr>
          <a:xfrm>
            <a:off x="6183250" y="3344750"/>
            <a:ext cx="2217000" cy="1051200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19"/>
          <p:cNvSpPr txBox="1">
            <a:spLocks noGrp="1"/>
          </p:cNvSpPr>
          <p:nvPr>
            <p:ph type="title" idx="7"/>
          </p:nvPr>
        </p:nvSpPr>
        <p:spPr>
          <a:xfrm>
            <a:off x="4804625" y="2962500"/>
            <a:ext cx="1317600" cy="169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highlight>
                  <a:schemeClr val="lt2"/>
                </a:highlight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" userDrawn="1">
          <p15:clr>
            <a:srgbClr val="E46962"/>
          </p15:clr>
        </p15:guide>
        <p15:guide id="2" pos="159" userDrawn="1">
          <p15:clr>
            <a:srgbClr val="E46962"/>
          </p15:clr>
        </p15:guide>
        <p15:guide id="3" pos="5601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pos="468" userDrawn="1">
          <p15:clr>
            <a:srgbClr val="E46962"/>
          </p15:clr>
        </p15:guide>
        <p15:guide id="6" pos="5292" userDrawn="1">
          <p15:clr>
            <a:srgbClr val="E46962"/>
          </p15:clr>
        </p15:guide>
        <p15:guide id="7" orient="horz" pos="468" userDrawn="1">
          <p15:clr>
            <a:srgbClr val="E46962"/>
          </p15:clr>
        </p15:guide>
        <p15:guide id="8" orient="horz" pos="2772" userDrawn="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Alt 1">
  <p:cSld name="CUSTOM_1">
    <p:bg>
      <p:bgPr>
        <a:solidFill>
          <a:schemeClr val="accent2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/>
          <p:nvPr/>
        </p:nvSpPr>
        <p:spPr>
          <a:xfrm>
            <a:off x="743700" y="2071975"/>
            <a:ext cx="357300" cy="510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4" name="Google Shape;154;p20"/>
          <p:cNvSpPr>
            <a:spLocks noGrp="1"/>
          </p:cNvSpPr>
          <p:nvPr>
            <p:ph type="pic" idx="2"/>
          </p:nvPr>
        </p:nvSpPr>
        <p:spPr>
          <a:xfrm>
            <a:off x="978875" y="2071975"/>
            <a:ext cx="3761700" cy="26802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20"/>
          <p:cNvSpPr/>
          <p:nvPr/>
        </p:nvSpPr>
        <p:spPr>
          <a:xfrm>
            <a:off x="743700" y="743700"/>
            <a:ext cx="4529700" cy="135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1285575" y="2039600"/>
            <a:ext cx="385200" cy="8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742950" y="3098550"/>
            <a:ext cx="1359900" cy="492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4718150" y="3884200"/>
            <a:ext cx="765000" cy="867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3800525" y="2039600"/>
            <a:ext cx="1004100" cy="706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4718150" y="378500"/>
            <a:ext cx="3552000" cy="4021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20"/>
          <p:cNvSpPr txBox="1">
            <a:spLocks noGrp="1"/>
          </p:cNvSpPr>
          <p:nvPr>
            <p:ph type="title"/>
          </p:nvPr>
        </p:nvSpPr>
        <p:spPr>
          <a:xfrm>
            <a:off x="4946700" y="623600"/>
            <a:ext cx="3093300" cy="166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62" name="Google Shape;162;p20"/>
          <p:cNvSpPr>
            <a:spLocks noGrp="1"/>
          </p:cNvSpPr>
          <p:nvPr>
            <p:ph type="pic" idx="3"/>
          </p:nvPr>
        </p:nvSpPr>
        <p:spPr>
          <a:xfrm>
            <a:off x="742950" y="3591150"/>
            <a:ext cx="1359900" cy="9708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20"/>
          <p:cNvSpPr txBox="1">
            <a:spLocks noGrp="1"/>
          </p:cNvSpPr>
          <p:nvPr>
            <p:ph type="title" idx="4"/>
          </p:nvPr>
        </p:nvSpPr>
        <p:spPr>
          <a:xfrm>
            <a:off x="883025" y="797467"/>
            <a:ext cx="3921600" cy="91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7700"/>
              <a:buNone/>
              <a:defRPr sz="7700"/>
            </a:lvl9pPr>
          </a:lstStyle>
          <a:p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956075" y="1848025"/>
            <a:ext cx="357300" cy="59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165" name="Google Shape;165;p20"/>
          <p:cNvSpPr txBox="1">
            <a:spLocks noGrp="1"/>
          </p:cNvSpPr>
          <p:nvPr>
            <p:ph type="title" idx="5"/>
          </p:nvPr>
        </p:nvSpPr>
        <p:spPr>
          <a:xfrm>
            <a:off x="883025" y="1805225"/>
            <a:ext cx="3093300" cy="26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lt2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title" idx="6"/>
          </p:nvPr>
        </p:nvSpPr>
        <p:spPr>
          <a:xfrm>
            <a:off x="812500" y="3259700"/>
            <a:ext cx="1463700" cy="45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" userDrawn="1">
          <p15:clr>
            <a:srgbClr val="E46962"/>
          </p15:clr>
        </p15:guide>
        <p15:guide id="2" pos="159" userDrawn="1">
          <p15:clr>
            <a:srgbClr val="E46962"/>
          </p15:clr>
        </p15:guide>
        <p15:guide id="3" pos="5601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pos="468" userDrawn="1">
          <p15:clr>
            <a:srgbClr val="E46962"/>
          </p15:clr>
        </p15:guide>
        <p15:guide id="6" pos="5292" userDrawn="1">
          <p15:clr>
            <a:srgbClr val="E46962"/>
          </p15:clr>
        </p15:guide>
        <p15:guide id="7" orient="horz" pos="468" userDrawn="1">
          <p15:clr>
            <a:srgbClr val="E46962"/>
          </p15:clr>
        </p15:guide>
        <p15:guide id="8" orient="horz" pos="2772" userDrawn="1">
          <p15:clr>
            <a:srgbClr val="E46962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+ image">
  <p:cSld name="BLANK_1_1_1_1_1_1_1_1_1_1_1_1_1_1_2">
    <p:bg>
      <p:bgPr>
        <a:solidFill>
          <a:schemeClr val="dk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 txBox="1">
            <a:spLocks noGrp="1"/>
          </p:cNvSpPr>
          <p:nvPr>
            <p:ph type="body" idx="1"/>
          </p:nvPr>
        </p:nvSpPr>
        <p:spPr>
          <a:xfrm>
            <a:off x="3721600" y="3126450"/>
            <a:ext cx="13848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169" name="Google Shape;169;p21"/>
          <p:cNvSpPr>
            <a:spLocks noGrp="1"/>
          </p:cNvSpPr>
          <p:nvPr>
            <p:ph type="pic" idx="2"/>
          </p:nvPr>
        </p:nvSpPr>
        <p:spPr>
          <a:xfrm>
            <a:off x="0" y="0"/>
            <a:ext cx="2546700" cy="35832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1"/>
          <p:cNvSpPr>
            <a:spLocks noGrp="1"/>
          </p:cNvSpPr>
          <p:nvPr>
            <p:ph type="pic" idx="3"/>
          </p:nvPr>
        </p:nvSpPr>
        <p:spPr>
          <a:xfrm>
            <a:off x="280475" y="474638"/>
            <a:ext cx="2940900" cy="46689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21"/>
          <p:cNvSpPr/>
          <p:nvPr/>
        </p:nvSpPr>
        <p:spPr>
          <a:xfrm>
            <a:off x="3596536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72" name="Google Shape;172;p21"/>
          <p:cNvSpPr txBox="1">
            <a:spLocks noGrp="1"/>
          </p:cNvSpPr>
          <p:nvPr>
            <p:ph type="body" idx="4"/>
          </p:nvPr>
        </p:nvSpPr>
        <p:spPr>
          <a:xfrm>
            <a:off x="5511500" y="3126450"/>
            <a:ext cx="13848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body" idx="5"/>
          </p:nvPr>
        </p:nvSpPr>
        <p:spPr>
          <a:xfrm>
            <a:off x="7293076" y="3126450"/>
            <a:ext cx="14610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174" name="Google Shape;174;p21"/>
          <p:cNvSpPr txBox="1">
            <a:spLocks noGrp="1"/>
          </p:cNvSpPr>
          <p:nvPr>
            <p:ph type="title"/>
          </p:nvPr>
        </p:nvSpPr>
        <p:spPr>
          <a:xfrm>
            <a:off x="3598725" y="1485838"/>
            <a:ext cx="4801500" cy="75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subTitle" idx="6"/>
          </p:nvPr>
        </p:nvSpPr>
        <p:spPr>
          <a:xfrm>
            <a:off x="3721600" y="2709275"/>
            <a:ext cx="15747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6" name="Google Shape;176;p21"/>
          <p:cNvSpPr txBox="1">
            <a:spLocks noGrp="1"/>
          </p:cNvSpPr>
          <p:nvPr>
            <p:ph type="subTitle" idx="7"/>
          </p:nvPr>
        </p:nvSpPr>
        <p:spPr>
          <a:xfrm>
            <a:off x="5511500" y="2709275"/>
            <a:ext cx="15747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21"/>
          <p:cNvSpPr txBox="1">
            <a:spLocks noGrp="1"/>
          </p:cNvSpPr>
          <p:nvPr>
            <p:ph type="subTitle" idx="8"/>
          </p:nvPr>
        </p:nvSpPr>
        <p:spPr>
          <a:xfrm>
            <a:off x="7293076" y="2713624"/>
            <a:ext cx="15984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"/>
              <a:buNone/>
              <a:defRPr sz="15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21"/>
          <p:cNvSpPr txBox="1">
            <a:spLocks noGrp="1"/>
          </p:cNvSpPr>
          <p:nvPr>
            <p:ph type="title" idx="9"/>
          </p:nvPr>
        </p:nvSpPr>
        <p:spPr>
          <a:xfrm>
            <a:off x="3596525" y="522925"/>
            <a:ext cx="5295000" cy="83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>
            <a:endParaRPr/>
          </a:p>
        </p:txBody>
      </p:sp>
      <p:grpSp>
        <p:nvGrpSpPr>
          <p:cNvPr id="179" name="Google Shape;179;p21"/>
          <p:cNvGrpSpPr/>
          <p:nvPr/>
        </p:nvGrpSpPr>
        <p:grpSpPr>
          <a:xfrm>
            <a:off x="4430888" y="323039"/>
            <a:ext cx="149937" cy="118964"/>
            <a:chOff x="2601950" y="1974675"/>
            <a:chExt cx="2474200" cy="1963100"/>
          </a:xfrm>
        </p:grpSpPr>
        <p:sp>
          <p:nvSpPr>
            <p:cNvPr id="180" name="Google Shape;180;p21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1" name="Google Shape;181;p21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3" name="Google Shape;183;p21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4" name="Google Shape;184;p21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87" name="Google Shape;187;p21"/>
          <p:cNvGrpSpPr/>
          <p:nvPr/>
        </p:nvGrpSpPr>
        <p:grpSpPr>
          <a:xfrm>
            <a:off x="3680513" y="323039"/>
            <a:ext cx="149937" cy="118964"/>
            <a:chOff x="2601950" y="1974675"/>
            <a:chExt cx="2474200" cy="1963100"/>
          </a:xfrm>
        </p:grpSpPr>
        <p:sp>
          <p:nvSpPr>
            <p:cNvPr id="188" name="Google Shape;188;p21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89" name="Google Shape;189;p21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1" name="Google Shape;191;p21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2" name="Google Shape;192;p21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195" name="Google Shape;195;p21"/>
          <p:cNvGrpSpPr/>
          <p:nvPr/>
        </p:nvGrpSpPr>
        <p:grpSpPr>
          <a:xfrm>
            <a:off x="4062602" y="323039"/>
            <a:ext cx="149940" cy="118971"/>
            <a:chOff x="4062602" y="323039"/>
            <a:chExt cx="149940" cy="118971"/>
          </a:xfrm>
        </p:grpSpPr>
        <p:sp>
          <p:nvSpPr>
            <p:cNvPr id="196" name="Google Shape;196;p21"/>
            <p:cNvSpPr/>
            <p:nvPr/>
          </p:nvSpPr>
          <p:spPr>
            <a:xfrm>
              <a:off x="4062602" y="323039"/>
              <a:ext cx="37661" cy="37661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4174877" y="323039"/>
              <a:ext cx="37661" cy="37661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>
              <a:off x="4062605" y="404350"/>
              <a:ext cx="149937" cy="3766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orient="horz" pos="468" userDrawn="1">
          <p15:clr>
            <a:srgbClr val="E46962"/>
          </p15:clr>
        </p15:guide>
        <p15:guide id="3" orient="horz" pos="3081" userDrawn="1">
          <p15:clr>
            <a:srgbClr val="E46962"/>
          </p15:clr>
        </p15:guide>
        <p15:guide id="4" pos="560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orient="horz" pos="159" userDrawn="1">
          <p15:clr>
            <a:srgbClr val="E46962"/>
          </p15:clr>
        </p15:guide>
        <p15:guide id="7" orient="horz" pos="2772" userDrawn="1">
          <p15:clr>
            <a:srgbClr val="E46962"/>
          </p15:clr>
        </p15:guide>
        <p15:guide id="8" pos="159" userDrawn="1">
          <p15:clr>
            <a:srgbClr val="E46962"/>
          </p15:clr>
        </p15:guide>
        <p15:guide id="9" pos="2268" userDrawn="1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BLANK_1_1_1_1_1_1_1_1_1_1_1_1_1_1_2_2">
    <p:bg>
      <p:bgPr>
        <a:solidFill>
          <a:schemeClr val="accent4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2"/>
          <p:cNvSpPr txBox="1">
            <a:spLocks noGrp="1"/>
          </p:cNvSpPr>
          <p:nvPr>
            <p:ph type="title"/>
          </p:nvPr>
        </p:nvSpPr>
        <p:spPr>
          <a:xfrm>
            <a:off x="245425" y="1563575"/>
            <a:ext cx="3155400" cy="94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201" name="Google Shape;201;p22"/>
          <p:cNvSpPr txBox="1">
            <a:spLocks noGrp="1"/>
          </p:cNvSpPr>
          <p:nvPr>
            <p:ph type="subTitle" idx="1"/>
          </p:nvPr>
        </p:nvSpPr>
        <p:spPr>
          <a:xfrm>
            <a:off x="364813" y="2715814"/>
            <a:ext cx="15279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subTitle" idx="2"/>
          </p:nvPr>
        </p:nvSpPr>
        <p:spPr>
          <a:xfrm>
            <a:off x="3320475" y="2715814"/>
            <a:ext cx="15279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subTitle" idx="3"/>
          </p:nvPr>
        </p:nvSpPr>
        <p:spPr>
          <a:xfrm>
            <a:off x="6273125" y="2715820"/>
            <a:ext cx="1548300" cy="24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04" name="Google Shape;204;p22"/>
          <p:cNvSpPr/>
          <p:nvPr/>
        </p:nvSpPr>
        <p:spPr>
          <a:xfrm>
            <a:off x="252611" y="253823"/>
            <a:ext cx="1082100" cy="342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05" name="Google Shape;205;p22"/>
          <p:cNvSpPr txBox="1">
            <a:spLocks noGrp="1"/>
          </p:cNvSpPr>
          <p:nvPr>
            <p:ph type="title" idx="4"/>
          </p:nvPr>
        </p:nvSpPr>
        <p:spPr>
          <a:xfrm>
            <a:off x="252600" y="522925"/>
            <a:ext cx="5295000" cy="83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highlight>
                  <a:schemeClr val="accent5"/>
                </a:highlight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highlight>
                  <a:schemeClr val="accent5"/>
                </a:highlight>
              </a:defRPr>
            </a:lvl9pPr>
          </a:lstStyle>
          <a:p>
            <a:endParaRPr/>
          </a:p>
        </p:txBody>
      </p:sp>
      <p:grpSp>
        <p:nvGrpSpPr>
          <p:cNvPr id="206" name="Google Shape;206;p22"/>
          <p:cNvGrpSpPr/>
          <p:nvPr/>
        </p:nvGrpSpPr>
        <p:grpSpPr>
          <a:xfrm>
            <a:off x="1093863" y="323039"/>
            <a:ext cx="149937" cy="118964"/>
            <a:chOff x="2601950" y="1974675"/>
            <a:chExt cx="2474200" cy="1963100"/>
          </a:xfrm>
        </p:grpSpPr>
        <p:sp>
          <p:nvSpPr>
            <p:cNvPr id="207" name="Google Shape;207;p22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1" name="Google Shape;211;p22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2" name="Google Shape;212;p22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3" name="Google Shape;213;p22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14" name="Google Shape;214;p22"/>
          <p:cNvGrpSpPr/>
          <p:nvPr/>
        </p:nvGrpSpPr>
        <p:grpSpPr>
          <a:xfrm>
            <a:off x="343488" y="323039"/>
            <a:ext cx="149937" cy="118964"/>
            <a:chOff x="2601950" y="1974675"/>
            <a:chExt cx="2474200" cy="1963100"/>
          </a:xfrm>
        </p:grpSpPr>
        <p:sp>
          <p:nvSpPr>
            <p:cNvPr id="215" name="Google Shape;215;p22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6" name="Google Shape;216;p22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7" name="Google Shape;217;p22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8" name="Google Shape;218;p22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19" name="Google Shape;219;p22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1" name="Google Shape;221;p22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222" name="Google Shape;222;p22"/>
          <p:cNvGrpSpPr/>
          <p:nvPr/>
        </p:nvGrpSpPr>
        <p:grpSpPr>
          <a:xfrm>
            <a:off x="725577" y="323039"/>
            <a:ext cx="149940" cy="118971"/>
            <a:chOff x="4062602" y="323039"/>
            <a:chExt cx="149940" cy="118971"/>
          </a:xfrm>
        </p:grpSpPr>
        <p:sp>
          <p:nvSpPr>
            <p:cNvPr id="223" name="Google Shape;223;p22"/>
            <p:cNvSpPr/>
            <p:nvPr/>
          </p:nvSpPr>
          <p:spPr>
            <a:xfrm>
              <a:off x="4062602" y="323039"/>
              <a:ext cx="37661" cy="37661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4" name="Google Shape;224;p22"/>
            <p:cNvSpPr/>
            <p:nvPr/>
          </p:nvSpPr>
          <p:spPr>
            <a:xfrm>
              <a:off x="4174877" y="323039"/>
              <a:ext cx="37661" cy="37661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225" name="Google Shape;225;p22"/>
            <p:cNvSpPr/>
            <p:nvPr/>
          </p:nvSpPr>
          <p:spPr>
            <a:xfrm>
              <a:off x="4062605" y="404350"/>
              <a:ext cx="149937" cy="3766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sp>
        <p:nvSpPr>
          <p:cNvPr id="226" name="Google Shape;226;p22"/>
          <p:cNvSpPr txBox="1">
            <a:spLocks noGrp="1"/>
          </p:cNvSpPr>
          <p:nvPr>
            <p:ph type="body" idx="5"/>
          </p:nvPr>
        </p:nvSpPr>
        <p:spPr>
          <a:xfrm>
            <a:off x="364813" y="3126450"/>
            <a:ext cx="24717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227" name="Google Shape;227;p22"/>
          <p:cNvSpPr txBox="1">
            <a:spLocks noGrp="1"/>
          </p:cNvSpPr>
          <p:nvPr>
            <p:ph type="body" idx="6"/>
          </p:nvPr>
        </p:nvSpPr>
        <p:spPr>
          <a:xfrm>
            <a:off x="3320475" y="3126450"/>
            <a:ext cx="24717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body" idx="7"/>
          </p:nvPr>
        </p:nvSpPr>
        <p:spPr>
          <a:xfrm>
            <a:off x="6273125" y="3126453"/>
            <a:ext cx="2443500" cy="162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orient="horz" pos="468" userDrawn="1">
          <p15:clr>
            <a:srgbClr val="E46962"/>
          </p15:clr>
        </p15:guide>
        <p15:guide id="3" orient="horz" pos="3081" userDrawn="1">
          <p15:clr>
            <a:srgbClr val="E46962"/>
          </p15:clr>
        </p15:guide>
        <p15:guide id="4" pos="560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orient="horz" pos="159" userDrawn="1">
          <p15:clr>
            <a:srgbClr val="E46962"/>
          </p15:clr>
        </p15:guide>
        <p15:guide id="7" orient="horz" pos="2772" userDrawn="1">
          <p15:clr>
            <a:srgbClr val="E46962"/>
          </p15:clr>
        </p15:guide>
        <p15:guide id="8" pos="159" userDrawn="1">
          <p15:clr>
            <a:srgbClr val="E46962"/>
          </p15:clr>
        </p15:guide>
        <p15:guide id="9" pos="2268" userDrawn="1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">
    <p:bg>
      <p:bgPr>
        <a:solidFill>
          <a:schemeClr val="dk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>
            <a:spLocks noGrp="1"/>
          </p:cNvSpPr>
          <p:nvPr>
            <p:ph type="title"/>
          </p:nvPr>
        </p:nvSpPr>
        <p:spPr>
          <a:xfrm>
            <a:off x="221375" y="223900"/>
            <a:ext cx="6668100" cy="46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Space Grotesk"/>
              <a:buNone/>
              <a:defRPr sz="35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900"/>
              <a:buNone/>
              <a:defRPr sz="39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23"/>
          <p:cNvSpPr txBox="1">
            <a:spLocks noGrp="1"/>
          </p:cNvSpPr>
          <p:nvPr>
            <p:ph type="body" idx="1"/>
          </p:nvPr>
        </p:nvSpPr>
        <p:spPr>
          <a:xfrm>
            <a:off x="6197276" y="2370325"/>
            <a:ext cx="2416800" cy="25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32" name="Google Shape;232;p23"/>
          <p:cNvSpPr txBox="1">
            <a:spLocks noGrp="1"/>
          </p:cNvSpPr>
          <p:nvPr>
            <p:ph type="subTitle" idx="2"/>
          </p:nvPr>
        </p:nvSpPr>
        <p:spPr>
          <a:xfrm>
            <a:off x="3311200" y="1593874"/>
            <a:ext cx="2057700" cy="23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33" name="Google Shape;233;p23"/>
          <p:cNvSpPr txBox="1">
            <a:spLocks noGrp="1"/>
          </p:cNvSpPr>
          <p:nvPr>
            <p:ph type="subTitle" idx="3"/>
          </p:nvPr>
        </p:nvSpPr>
        <p:spPr>
          <a:xfrm>
            <a:off x="6294303" y="1593874"/>
            <a:ext cx="2034600" cy="23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34" name="Google Shape;234;p23"/>
          <p:cNvSpPr txBox="1">
            <a:spLocks noGrp="1"/>
          </p:cNvSpPr>
          <p:nvPr>
            <p:ph type="subTitle" idx="4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35" name="Google Shape;235;p23"/>
          <p:cNvSpPr txBox="1">
            <a:spLocks noGrp="1"/>
          </p:cNvSpPr>
          <p:nvPr>
            <p:ph type="body" idx="5"/>
          </p:nvPr>
        </p:nvSpPr>
        <p:spPr>
          <a:xfrm>
            <a:off x="3224231" y="2370325"/>
            <a:ext cx="2416800" cy="25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●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pace Grotesk Medium"/>
              <a:buChar char="○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pace Grotesk Medium"/>
              <a:buChar char="■"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36" name="Google Shape;236;p23"/>
          <p:cNvSpPr txBox="1">
            <a:spLocks noGrp="1"/>
          </p:cNvSpPr>
          <p:nvPr>
            <p:ph type="body" idx="6"/>
          </p:nvPr>
        </p:nvSpPr>
        <p:spPr>
          <a:xfrm>
            <a:off x="252600" y="2370325"/>
            <a:ext cx="2187000" cy="646200"/>
          </a:xfrm>
          <a:prstGeom prst="rect">
            <a:avLst/>
          </a:prstGeom>
        </p:spPr>
        <p:txBody>
          <a:bodyPr spcFirstLastPara="1" wrap="square" lIns="0" tIns="0" rIns="0" bIns="90000" anchor="t" anchorCtr="0">
            <a:noAutofit/>
          </a:bodyPr>
          <a:lstStyle>
            <a:lvl1pPr marL="457200" lvl="0" indent="-3238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marL="914400" lvl="1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L="1371600" lvl="2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L="1828800" lvl="3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L="2286000" lvl="4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L="2743200" lvl="5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L="3200400" lvl="6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●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L="3657600" lvl="7" indent="-323850">
              <a:spcBef>
                <a:spcPts val="800"/>
              </a:spcBef>
              <a:spcAft>
                <a:spcPts val="0"/>
              </a:spcAft>
              <a:buSzPts val="1500"/>
              <a:buFont typeface="Space Grotesk Medium"/>
              <a:buChar char="○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L="4114800" lvl="8" indent="-323850">
              <a:spcBef>
                <a:spcPts val="800"/>
              </a:spcBef>
              <a:spcAft>
                <a:spcPts val="800"/>
              </a:spcAft>
              <a:buSzPts val="1500"/>
              <a:buFont typeface="Space Grotesk Medium"/>
              <a:buChar char="■"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37" name="Google Shape;237;p23"/>
          <p:cNvSpPr txBox="1">
            <a:spLocks noGrp="1"/>
          </p:cNvSpPr>
          <p:nvPr>
            <p:ph type="body" idx="7"/>
          </p:nvPr>
        </p:nvSpPr>
        <p:spPr>
          <a:xfrm>
            <a:off x="252600" y="3039157"/>
            <a:ext cx="2118600" cy="876300"/>
          </a:xfrm>
          <a:prstGeom prst="rect">
            <a:avLst/>
          </a:prstGeom>
        </p:spPr>
        <p:txBody>
          <a:bodyPr spcFirstLastPara="1" wrap="square" lIns="0" tIns="0" rIns="0" bIns="90000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 userDrawn="1">
          <p15:clr>
            <a:srgbClr val="E46962"/>
          </p15:clr>
        </p15:guide>
        <p15:guide id="2" pos="468" userDrawn="1">
          <p15:clr>
            <a:srgbClr val="E46962"/>
          </p15:clr>
        </p15:guide>
        <p15:guide id="3" pos="5601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pos="159" userDrawn="1">
          <p15:clr>
            <a:srgbClr val="E46962"/>
          </p15:clr>
        </p15:guide>
        <p15:guide id="6" pos="5292" userDrawn="1">
          <p15:clr>
            <a:srgbClr val="E46962"/>
          </p15:clr>
        </p15:guide>
        <p15:guide id="7" orient="horz" pos="2772" userDrawn="1">
          <p15:clr>
            <a:srgbClr val="E46962"/>
          </p15:clr>
        </p15:guide>
        <p15:guide id="8" orient="horz" pos="159" userDrawn="1">
          <p15:clr>
            <a:srgbClr val="E46962"/>
          </p15:clr>
        </p15:guide>
        <p15:guide id="9" orient="horz" pos="598" userDrawn="1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ngo">
  <p:cSld name="BLANK_1_1_1_1_1_1_1_1_1_1_1_1_1_1_2_1_2">
    <p:bg>
      <p:bgPr>
        <a:solidFill>
          <a:schemeClr val="dk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>
            <a:spLocks noGrp="1"/>
          </p:cNvSpPr>
          <p:nvPr>
            <p:ph type="subTitle" idx="1"/>
          </p:nvPr>
        </p:nvSpPr>
        <p:spPr>
          <a:xfrm>
            <a:off x="252600" y="809250"/>
            <a:ext cx="2801700" cy="92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 Medium"/>
              <a:buNone/>
              <a:defRPr sz="10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40" name="Google Shape;240;p24"/>
          <p:cNvSpPr txBox="1">
            <a:spLocks noGrp="1"/>
          </p:cNvSpPr>
          <p:nvPr>
            <p:ph type="subTitle" idx="2"/>
          </p:nvPr>
        </p:nvSpPr>
        <p:spPr>
          <a:xfrm>
            <a:off x="252600" y="2831039"/>
            <a:ext cx="2734200" cy="49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highlight>
                  <a:schemeClr val="l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Space Grotesk Medium"/>
              <a:buNone/>
              <a:defRPr sz="1500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41" name="Google Shape;241;p24"/>
          <p:cNvSpPr txBox="1">
            <a:spLocks noGrp="1"/>
          </p:cNvSpPr>
          <p:nvPr>
            <p:ph type="title"/>
          </p:nvPr>
        </p:nvSpPr>
        <p:spPr>
          <a:xfrm>
            <a:off x="7520025" y="94995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42" name="Google Shape;242;p24"/>
          <p:cNvSpPr txBox="1">
            <a:spLocks noGrp="1"/>
          </p:cNvSpPr>
          <p:nvPr>
            <p:ph type="title" idx="3"/>
          </p:nvPr>
        </p:nvSpPr>
        <p:spPr>
          <a:xfrm>
            <a:off x="4390704" y="237865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43" name="Google Shape;243;p24"/>
          <p:cNvSpPr txBox="1">
            <a:spLocks noGrp="1"/>
          </p:cNvSpPr>
          <p:nvPr>
            <p:ph type="title" idx="4"/>
          </p:nvPr>
        </p:nvSpPr>
        <p:spPr>
          <a:xfrm>
            <a:off x="5919225" y="2264275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44" name="Google Shape;244;p24"/>
          <p:cNvSpPr txBox="1">
            <a:spLocks noGrp="1"/>
          </p:cNvSpPr>
          <p:nvPr>
            <p:ph type="title" idx="5"/>
          </p:nvPr>
        </p:nvSpPr>
        <p:spPr>
          <a:xfrm>
            <a:off x="7251700" y="237865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45" name="Google Shape;245;p24"/>
          <p:cNvSpPr txBox="1">
            <a:spLocks noGrp="1"/>
          </p:cNvSpPr>
          <p:nvPr>
            <p:ph type="title" idx="6"/>
          </p:nvPr>
        </p:nvSpPr>
        <p:spPr>
          <a:xfrm>
            <a:off x="4390704" y="3906725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p24"/>
          <p:cNvSpPr txBox="1">
            <a:spLocks noGrp="1"/>
          </p:cNvSpPr>
          <p:nvPr>
            <p:ph type="title" idx="7"/>
          </p:nvPr>
        </p:nvSpPr>
        <p:spPr>
          <a:xfrm>
            <a:off x="5919225" y="376860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47" name="Google Shape;247;p24"/>
          <p:cNvSpPr txBox="1">
            <a:spLocks noGrp="1"/>
          </p:cNvSpPr>
          <p:nvPr>
            <p:ph type="title" idx="8"/>
          </p:nvPr>
        </p:nvSpPr>
        <p:spPr>
          <a:xfrm>
            <a:off x="7520025" y="3641175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48" name="Google Shape;248;p24"/>
          <p:cNvSpPr txBox="1">
            <a:spLocks noGrp="1"/>
          </p:cNvSpPr>
          <p:nvPr>
            <p:ph type="title" idx="9"/>
          </p:nvPr>
        </p:nvSpPr>
        <p:spPr>
          <a:xfrm>
            <a:off x="4390704" y="898075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/>
            </a:lvl9pPr>
          </a:lstStyle>
          <a:p>
            <a:endParaRPr/>
          </a:p>
        </p:txBody>
      </p:sp>
      <p:sp>
        <p:nvSpPr>
          <p:cNvPr id="249" name="Google Shape;249;p24"/>
          <p:cNvSpPr txBox="1">
            <a:spLocks noGrp="1"/>
          </p:cNvSpPr>
          <p:nvPr>
            <p:ph type="title" idx="13"/>
          </p:nvPr>
        </p:nvSpPr>
        <p:spPr>
          <a:xfrm>
            <a:off x="5992500" y="977450"/>
            <a:ext cx="846900" cy="3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0" name="Google Shape;250;p24"/>
          <p:cNvSpPr txBox="1">
            <a:spLocks noGrp="1"/>
          </p:cNvSpPr>
          <p:nvPr>
            <p:ph type="title" idx="14"/>
          </p:nvPr>
        </p:nvSpPr>
        <p:spPr>
          <a:xfrm>
            <a:off x="257707" y="3448488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title" idx="15"/>
          </p:nvPr>
        </p:nvSpPr>
        <p:spPr>
          <a:xfrm>
            <a:off x="257707" y="3961275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24"/>
          <p:cNvSpPr txBox="1">
            <a:spLocks noGrp="1"/>
          </p:cNvSpPr>
          <p:nvPr>
            <p:ph type="title" idx="16"/>
          </p:nvPr>
        </p:nvSpPr>
        <p:spPr>
          <a:xfrm>
            <a:off x="1311836" y="3961287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24"/>
          <p:cNvSpPr txBox="1">
            <a:spLocks noGrp="1"/>
          </p:cNvSpPr>
          <p:nvPr>
            <p:ph type="title" idx="17"/>
          </p:nvPr>
        </p:nvSpPr>
        <p:spPr>
          <a:xfrm>
            <a:off x="2365953" y="3961287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4" name="Google Shape;254;p24"/>
          <p:cNvSpPr txBox="1">
            <a:spLocks noGrp="1"/>
          </p:cNvSpPr>
          <p:nvPr>
            <p:ph type="title" idx="18"/>
          </p:nvPr>
        </p:nvSpPr>
        <p:spPr>
          <a:xfrm>
            <a:off x="257707" y="4474062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24"/>
          <p:cNvSpPr txBox="1">
            <a:spLocks noGrp="1"/>
          </p:cNvSpPr>
          <p:nvPr>
            <p:ph type="title" idx="19"/>
          </p:nvPr>
        </p:nvSpPr>
        <p:spPr>
          <a:xfrm>
            <a:off x="1311836" y="4474074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6" name="Google Shape;256;p24"/>
          <p:cNvSpPr txBox="1">
            <a:spLocks noGrp="1"/>
          </p:cNvSpPr>
          <p:nvPr>
            <p:ph type="title" idx="20"/>
          </p:nvPr>
        </p:nvSpPr>
        <p:spPr>
          <a:xfrm>
            <a:off x="2365953" y="4474074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7" name="Google Shape;257;p24"/>
          <p:cNvSpPr txBox="1">
            <a:spLocks noGrp="1"/>
          </p:cNvSpPr>
          <p:nvPr>
            <p:ph type="title" idx="21"/>
          </p:nvPr>
        </p:nvSpPr>
        <p:spPr>
          <a:xfrm>
            <a:off x="1313187" y="3448500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24"/>
          <p:cNvSpPr txBox="1">
            <a:spLocks noGrp="1"/>
          </p:cNvSpPr>
          <p:nvPr>
            <p:ph type="title" idx="22"/>
          </p:nvPr>
        </p:nvSpPr>
        <p:spPr>
          <a:xfrm>
            <a:off x="2365953" y="3448500"/>
            <a:ext cx="943500" cy="4167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24"/>
          <p:cNvSpPr txBox="1">
            <a:spLocks noGrp="1"/>
          </p:cNvSpPr>
          <p:nvPr>
            <p:ph type="title" idx="23"/>
          </p:nvPr>
        </p:nvSpPr>
        <p:spPr>
          <a:xfrm>
            <a:off x="216300" y="226194"/>
            <a:ext cx="42162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500"/>
              <a:buFont typeface="Space Grotesk"/>
              <a:buNone/>
              <a:defRPr sz="3500">
                <a:solidFill>
                  <a:schemeClr val="accent5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900"/>
              <a:buFont typeface="Space Grotesk Medium"/>
              <a:buNone/>
              <a:defRPr sz="39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orient="horz" pos="468" userDrawn="1">
          <p15:clr>
            <a:srgbClr val="E46962"/>
          </p15:clr>
        </p15:guide>
        <p15:guide id="3" orient="horz" pos="3081" userDrawn="1">
          <p15:clr>
            <a:srgbClr val="E46962"/>
          </p15:clr>
        </p15:guide>
        <p15:guide id="4" pos="560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orient="horz" pos="159" userDrawn="1">
          <p15:clr>
            <a:srgbClr val="E46962"/>
          </p15:clr>
        </p15:guide>
        <p15:guide id="7" orient="horz" pos="2772" userDrawn="1">
          <p15:clr>
            <a:srgbClr val="E46962"/>
          </p15:clr>
        </p15:guide>
        <p15:guide id="8" pos="159" userDrawn="1">
          <p15:clr>
            <a:srgbClr val="E46962"/>
          </p15:clr>
        </p15:guide>
        <p15:guide id="9" pos="2268" userDrawn="1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p">
  <p:cSld name="BLANK_1_1_1_1_1_1_1_1_1_1_1_1_1_1_1_1_2"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>
            <a:spLocks noGrp="1"/>
          </p:cNvSpPr>
          <p:nvPr>
            <p:ph type="title"/>
          </p:nvPr>
        </p:nvSpPr>
        <p:spPr>
          <a:xfrm>
            <a:off x="236975" y="4424350"/>
            <a:ext cx="4213800" cy="54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62" name="Google Shape;262;p25"/>
          <p:cNvSpPr txBox="1">
            <a:spLocks noGrp="1"/>
          </p:cNvSpPr>
          <p:nvPr>
            <p:ph type="subTitle" idx="1"/>
          </p:nvPr>
        </p:nvSpPr>
        <p:spPr>
          <a:xfrm>
            <a:off x="6248450" y="4424346"/>
            <a:ext cx="2847300" cy="46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Space Grotesk Medium"/>
              <a:buNone/>
              <a:defRPr sz="1500">
                <a:solidFill>
                  <a:schemeClr val="lt2"/>
                </a:solidFill>
                <a:highlight>
                  <a:schemeClr val="accent2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263" name="Google Shape;263;p25"/>
          <p:cNvSpPr txBox="1">
            <a:spLocks noGrp="1"/>
          </p:cNvSpPr>
          <p:nvPr>
            <p:ph type="subTitle" idx="2"/>
          </p:nvPr>
        </p:nvSpPr>
        <p:spPr>
          <a:xfrm>
            <a:off x="241825" y="2738350"/>
            <a:ext cx="1869600" cy="160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Space Grotesk"/>
              <a:buNone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grpSp>
        <p:nvGrpSpPr>
          <p:cNvPr id="264" name="Google Shape;264;p25"/>
          <p:cNvGrpSpPr/>
          <p:nvPr/>
        </p:nvGrpSpPr>
        <p:grpSpPr>
          <a:xfrm>
            <a:off x="925470" y="348801"/>
            <a:ext cx="7293054" cy="3993059"/>
            <a:chOff x="238125" y="713000"/>
            <a:chExt cx="7143750" cy="4289000"/>
          </a:xfrm>
        </p:grpSpPr>
        <p:sp>
          <p:nvSpPr>
            <p:cNvPr id="265" name="Google Shape;265;p25"/>
            <p:cNvSpPr/>
            <p:nvPr/>
          </p:nvSpPr>
          <p:spPr>
            <a:xfrm>
              <a:off x="1952625" y="3233400"/>
              <a:ext cx="950200" cy="1768600"/>
            </a:xfrm>
            <a:custGeom>
              <a:avLst/>
              <a:gdLst/>
              <a:ahLst/>
              <a:cxnLst/>
              <a:rect l="l" t="t" r="r" b="b"/>
              <a:pathLst>
                <a:path w="38008" h="70744" extrusionOk="0">
                  <a:moveTo>
                    <a:pt x="0" y="0"/>
                  </a:moveTo>
                  <a:lnTo>
                    <a:pt x="0" y="3607"/>
                  </a:lnTo>
                  <a:lnTo>
                    <a:pt x="3718" y="3607"/>
                  </a:lnTo>
                  <a:lnTo>
                    <a:pt x="3718" y="11153"/>
                  </a:lnTo>
                  <a:lnTo>
                    <a:pt x="0" y="11153"/>
                  </a:lnTo>
                  <a:lnTo>
                    <a:pt x="0" y="18533"/>
                  </a:lnTo>
                  <a:lnTo>
                    <a:pt x="3773" y="18533"/>
                  </a:lnTo>
                  <a:lnTo>
                    <a:pt x="3773" y="25968"/>
                  </a:lnTo>
                  <a:lnTo>
                    <a:pt x="7602" y="25968"/>
                  </a:lnTo>
                  <a:lnTo>
                    <a:pt x="7602" y="29741"/>
                  </a:lnTo>
                  <a:lnTo>
                    <a:pt x="11375" y="29741"/>
                  </a:lnTo>
                  <a:lnTo>
                    <a:pt x="11375" y="33513"/>
                  </a:lnTo>
                  <a:lnTo>
                    <a:pt x="11375" y="37286"/>
                  </a:lnTo>
                  <a:lnTo>
                    <a:pt x="7602" y="37286"/>
                  </a:lnTo>
                  <a:lnTo>
                    <a:pt x="7602" y="70744"/>
                  </a:lnTo>
                  <a:lnTo>
                    <a:pt x="11375" y="70744"/>
                  </a:lnTo>
                  <a:lnTo>
                    <a:pt x="11375" y="63309"/>
                  </a:lnTo>
                  <a:lnTo>
                    <a:pt x="15203" y="63309"/>
                  </a:lnTo>
                  <a:lnTo>
                    <a:pt x="15203" y="52101"/>
                  </a:lnTo>
                  <a:lnTo>
                    <a:pt x="22805" y="52101"/>
                  </a:lnTo>
                  <a:lnTo>
                    <a:pt x="22805" y="44611"/>
                  </a:lnTo>
                  <a:lnTo>
                    <a:pt x="26578" y="44611"/>
                  </a:lnTo>
                  <a:lnTo>
                    <a:pt x="26578" y="33458"/>
                  </a:lnTo>
                  <a:lnTo>
                    <a:pt x="34235" y="33458"/>
                  </a:lnTo>
                  <a:lnTo>
                    <a:pt x="34235" y="22250"/>
                  </a:lnTo>
                  <a:lnTo>
                    <a:pt x="38008" y="22250"/>
                  </a:lnTo>
                  <a:lnTo>
                    <a:pt x="38008" y="14815"/>
                  </a:lnTo>
                  <a:lnTo>
                    <a:pt x="34235" y="14815"/>
                  </a:lnTo>
                  <a:lnTo>
                    <a:pt x="34235" y="11153"/>
                  </a:lnTo>
                  <a:lnTo>
                    <a:pt x="26578" y="11153"/>
                  </a:lnTo>
                  <a:lnTo>
                    <a:pt x="26578" y="7380"/>
                  </a:lnTo>
                  <a:lnTo>
                    <a:pt x="22749" y="7380"/>
                  </a:lnTo>
                  <a:lnTo>
                    <a:pt x="22749" y="3607"/>
                  </a:lnTo>
                  <a:lnTo>
                    <a:pt x="18976" y="3607"/>
                  </a:lnTo>
                  <a:lnTo>
                    <a:pt x="189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6" name="Google Shape;266;p25"/>
            <p:cNvSpPr/>
            <p:nvPr/>
          </p:nvSpPr>
          <p:spPr>
            <a:xfrm>
              <a:off x="5955875" y="3792400"/>
              <a:ext cx="756025" cy="835100"/>
            </a:xfrm>
            <a:custGeom>
              <a:avLst/>
              <a:gdLst/>
              <a:ahLst/>
              <a:cxnLst/>
              <a:rect l="l" t="t" r="r" b="b"/>
              <a:pathLst>
                <a:path w="30241" h="33404" extrusionOk="0">
                  <a:moveTo>
                    <a:pt x="11320" y="1"/>
                  </a:moveTo>
                  <a:lnTo>
                    <a:pt x="11320" y="3718"/>
                  </a:lnTo>
                  <a:lnTo>
                    <a:pt x="3719" y="3718"/>
                  </a:lnTo>
                  <a:lnTo>
                    <a:pt x="3719" y="7436"/>
                  </a:lnTo>
                  <a:lnTo>
                    <a:pt x="1" y="7436"/>
                  </a:lnTo>
                  <a:lnTo>
                    <a:pt x="1" y="25968"/>
                  </a:lnTo>
                  <a:lnTo>
                    <a:pt x="3663" y="25968"/>
                  </a:lnTo>
                  <a:lnTo>
                    <a:pt x="3663" y="22361"/>
                  </a:lnTo>
                  <a:lnTo>
                    <a:pt x="15149" y="22361"/>
                  </a:lnTo>
                  <a:lnTo>
                    <a:pt x="15149" y="26024"/>
                  </a:lnTo>
                  <a:lnTo>
                    <a:pt x="18922" y="26024"/>
                  </a:lnTo>
                  <a:lnTo>
                    <a:pt x="18922" y="29741"/>
                  </a:lnTo>
                  <a:lnTo>
                    <a:pt x="22750" y="29741"/>
                  </a:lnTo>
                  <a:lnTo>
                    <a:pt x="22750" y="33403"/>
                  </a:lnTo>
                  <a:lnTo>
                    <a:pt x="26579" y="33403"/>
                  </a:lnTo>
                  <a:lnTo>
                    <a:pt x="26579" y="22251"/>
                  </a:lnTo>
                  <a:lnTo>
                    <a:pt x="30241" y="22251"/>
                  </a:lnTo>
                  <a:lnTo>
                    <a:pt x="30241" y="11098"/>
                  </a:lnTo>
                  <a:lnTo>
                    <a:pt x="26523" y="11098"/>
                  </a:lnTo>
                  <a:lnTo>
                    <a:pt x="26523" y="7381"/>
                  </a:lnTo>
                  <a:lnTo>
                    <a:pt x="22695" y="7381"/>
                  </a:lnTo>
                  <a:lnTo>
                    <a:pt x="22695" y="1"/>
                  </a:lnTo>
                  <a:lnTo>
                    <a:pt x="18866" y="1"/>
                  </a:lnTo>
                  <a:lnTo>
                    <a:pt x="18866" y="3663"/>
                  </a:lnTo>
                  <a:lnTo>
                    <a:pt x="15093" y="3663"/>
                  </a:lnTo>
                  <a:lnTo>
                    <a:pt x="15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7" name="Google Shape;267;p25"/>
            <p:cNvSpPr/>
            <p:nvPr/>
          </p:nvSpPr>
          <p:spPr>
            <a:xfrm>
              <a:off x="5858775" y="3324950"/>
              <a:ext cx="283025" cy="277450"/>
            </a:xfrm>
            <a:custGeom>
              <a:avLst/>
              <a:gdLst/>
              <a:ahLst/>
              <a:cxnLst/>
              <a:rect l="l" t="t" r="r" b="b"/>
              <a:pathLst>
                <a:path w="11321" h="11098" extrusionOk="0">
                  <a:moveTo>
                    <a:pt x="3774" y="0"/>
                  </a:moveTo>
                  <a:lnTo>
                    <a:pt x="3774" y="3773"/>
                  </a:lnTo>
                  <a:lnTo>
                    <a:pt x="1" y="3773"/>
                  </a:lnTo>
                  <a:lnTo>
                    <a:pt x="1" y="11098"/>
                  </a:lnTo>
                  <a:lnTo>
                    <a:pt x="3774" y="11098"/>
                  </a:lnTo>
                  <a:lnTo>
                    <a:pt x="3774" y="7380"/>
                  </a:lnTo>
                  <a:lnTo>
                    <a:pt x="11320" y="7380"/>
                  </a:lnTo>
                  <a:lnTo>
                    <a:pt x="11320" y="3663"/>
                  </a:lnTo>
                  <a:lnTo>
                    <a:pt x="7492" y="3663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8" name="Google Shape;268;p25"/>
            <p:cNvSpPr/>
            <p:nvPr/>
          </p:nvSpPr>
          <p:spPr>
            <a:xfrm>
              <a:off x="1762575" y="2953200"/>
              <a:ext cx="187300" cy="274675"/>
            </a:xfrm>
            <a:custGeom>
              <a:avLst/>
              <a:gdLst/>
              <a:ahLst/>
              <a:cxnLst/>
              <a:rect l="l" t="t" r="r" b="b"/>
              <a:pathLst>
                <a:path w="7492" h="10987" extrusionOk="0">
                  <a:moveTo>
                    <a:pt x="0" y="0"/>
                  </a:moveTo>
                  <a:lnTo>
                    <a:pt x="0" y="7380"/>
                  </a:lnTo>
                  <a:lnTo>
                    <a:pt x="3774" y="7380"/>
                  </a:lnTo>
                  <a:lnTo>
                    <a:pt x="3774" y="10987"/>
                  </a:lnTo>
                  <a:lnTo>
                    <a:pt x="7491" y="10987"/>
                  </a:lnTo>
                  <a:lnTo>
                    <a:pt x="7491" y="3662"/>
                  </a:lnTo>
                  <a:lnTo>
                    <a:pt x="3718" y="366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69" name="Google Shape;269;p25"/>
            <p:cNvSpPr/>
            <p:nvPr/>
          </p:nvSpPr>
          <p:spPr>
            <a:xfrm>
              <a:off x="6716050" y="1832400"/>
              <a:ext cx="187275" cy="277450"/>
            </a:xfrm>
            <a:custGeom>
              <a:avLst/>
              <a:gdLst/>
              <a:ahLst/>
              <a:cxnLst/>
              <a:rect l="l" t="t" r="r" b="b"/>
              <a:pathLst>
                <a:path w="7491" h="11098" extrusionOk="0">
                  <a:moveTo>
                    <a:pt x="3773" y="0"/>
                  </a:moveTo>
                  <a:lnTo>
                    <a:pt x="3773" y="3773"/>
                  </a:lnTo>
                  <a:lnTo>
                    <a:pt x="0" y="3773"/>
                  </a:lnTo>
                  <a:lnTo>
                    <a:pt x="0" y="11098"/>
                  </a:lnTo>
                  <a:lnTo>
                    <a:pt x="3718" y="11098"/>
                  </a:lnTo>
                  <a:lnTo>
                    <a:pt x="3718" y="7380"/>
                  </a:lnTo>
                  <a:lnTo>
                    <a:pt x="7491" y="7380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0" name="Google Shape;270;p25"/>
            <p:cNvSpPr/>
            <p:nvPr/>
          </p:nvSpPr>
          <p:spPr>
            <a:xfrm>
              <a:off x="4524375" y="3886725"/>
              <a:ext cx="91575" cy="274700"/>
            </a:xfrm>
            <a:custGeom>
              <a:avLst/>
              <a:gdLst/>
              <a:ahLst/>
              <a:cxnLst/>
              <a:rect l="l" t="t" r="r" b="b"/>
              <a:pathLst>
                <a:path w="3663" h="10988" extrusionOk="0">
                  <a:moveTo>
                    <a:pt x="0" y="1"/>
                  </a:moveTo>
                  <a:lnTo>
                    <a:pt x="0" y="10987"/>
                  </a:lnTo>
                  <a:lnTo>
                    <a:pt x="3662" y="1098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1" name="Google Shape;271;p25"/>
            <p:cNvSpPr/>
            <p:nvPr/>
          </p:nvSpPr>
          <p:spPr>
            <a:xfrm>
              <a:off x="5477325" y="807300"/>
              <a:ext cx="187300" cy="181750"/>
            </a:xfrm>
            <a:custGeom>
              <a:avLst/>
              <a:gdLst/>
              <a:ahLst/>
              <a:cxnLst/>
              <a:rect l="l" t="t" r="r" b="b"/>
              <a:pathLst>
                <a:path w="7492" h="7270" extrusionOk="0">
                  <a:moveTo>
                    <a:pt x="1" y="1"/>
                  </a:moveTo>
                  <a:lnTo>
                    <a:pt x="1" y="7270"/>
                  </a:lnTo>
                  <a:lnTo>
                    <a:pt x="7491" y="7270"/>
                  </a:lnTo>
                  <a:lnTo>
                    <a:pt x="7491" y="3608"/>
                  </a:lnTo>
                  <a:lnTo>
                    <a:pt x="3718" y="3608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2" name="Google Shape;272;p25"/>
            <p:cNvSpPr/>
            <p:nvPr/>
          </p:nvSpPr>
          <p:spPr>
            <a:xfrm>
              <a:off x="1951225" y="2765925"/>
              <a:ext cx="94350" cy="183150"/>
            </a:xfrm>
            <a:custGeom>
              <a:avLst/>
              <a:gdLst/>
              <a:ahLst/>
              <a:cxnLst/>
              <a:rect l="l" t="t" r="r" b="b"/>
              <a:pathLst>
                <a:path w="3774" h="7326" extrusionOk="0">
                  <a:moveTo>
                    <a:pt x="1" y="1"/>
                  </a:moveTo>
                  <a:lnTo>
                    <a:pt x="1" y="7325"/>
                  </a:lnTo>
                  <a:lnTo>
                    <a:pt x="3774" y="7325"/>
                  </a:lnTo>
                  <a:lnTo>
                    <a:pt x="3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3" name="Google Shape;273;p25"/>
            <p:cNvSpPr/>
            <p:nvPr/>
          </p:nvSpPr>
          <p:spPr>
            <a:xfrm>
              <a:off x="3859925" y="900250"/>
              <a:ext cx="91575" cy="183125"/>
            </a:xfrm>
            <a:custGeom>
              <a:avLst/>
              <a:gdLst/>
              <a:ahLst/>
              <a:cxnLst/>
              <a:rect l="l" t="t" r="r" b="b"/>
              <a:pathLst>
                <a:path w="3663" h="7325" extrusionOk="0">
                  <a:moveTo>
                    <a:pt x="0" y="0"/>
                  </a:moveTo>
                  <a:lnTo>
                    <a:pt x="0" y="7325"/>
                  </a:lnTo>
                  <a:lnTo>
                    <a:pt x="3552" y="7325"/>
                  </a:lnTo>
                  <a:lnTo>
                    <a:pt x="3607" y="6770"/>
                  </a:lnTo>
                  <a:lnTo>
                    <a:pt x="3663" y="5826"/>
                  </a:lnTo>
                  <a:lnTo>
                    <a:pt x="3663" y="3496"/>
                  </a:lnTo>
                  <a:lnTo>
                    <a:pt x="3607" y="1221"/>
                  </a:lnTo>
                  <a:lnTo>
                    <a:pt x="3552" y="389"/>
                  </a:lnTo>
                  <a:lnTo>
                    <a:pt x="34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4" name="Google Shape;274;p25"/>
            <p:cNvSpPr/>
            <p:nvPr/>
          </p:nvSpPr>
          <p:spPr>
            <a:xfrm>
              <a:off x="7097500" y="4444350"/>
              <a:ext cx="92950" cy="183150"/>
            </a:xfrm>
            <a:custGeom>
              <a:avLst/>
              <a:gdLst/>
              <a:ahLst/>
              <a:cxnLst/>
              <a:rect l="l" t="t" r="r" b="b"/>
              <a:pathLst>
                <a:path w="3718" h="7326" extrusionOk="0">
                  <a:moveTo>
                    <a:pt x="1" y="1"/>
                  </a:moveTo>
                  <a:lnTo>
                    <a:pt x="1" y="7325"/>
                  </a:lnTo>
                  <a:lnTo>
                    <a:pt x="3718" y="7325"/>
                  </a:lnTo>
                  <a:lnTo>
                    <a:pt x="3718" y="5494"/>
                  </a:lnTo>
                  <a:lnTo>
                    <a:pt x="3718" y="3663"/>
                  </a:lnTo>
                  <a:lnTo>
                    <a:pt x="3718" y="183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3477075" y="1832400"/>
              <a:ext cx="91575" cy="184525"/>
            </a:xfrm>
            <a:custGeom>
              <a:avLst/>
              <a:gdLst/>
              <a:ahLst/>
              <a:cxnLst/>
              <a:rect l="l" t="t" r="r" b="b"/>
              <a:pathLst>
                <a:path w="3663" h="7381" extrusionOk="0">
                  <a:moveTo>
                    <a:pt x="1" y="0"/>
                  </a:moveTo>
                  <a:lnTo>
                    <a:pt x="1" y="7380"/>
                  </a:lnTo>
                  <a:lnTo>
                    <a:pt x="3663" y="7380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3191325" y="1553575"/>
              <a:ext cx="187300" cy="88825"/>
            </a:xfrm>
            <a:custGeom>
              <a:avLst/>
              <a:gdLst/>
              <a:ahLst/>
              <a:cxnLst/>
              <a:rect l="l" t="t" r="r" b="b"/>
              <a:pathLst>
                <a:path w="7492" h="3553" extrusionOk="0">
                  <a:moveTo>
                    <a:pt x="0" y="1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6430275" y="3605150"/>
              <a:ext cx="187300" cy="90200"/>
            </a:xfrm>
            <a:custGeom>
              <a:avLst/>
              <a:gdLst/>
              <a:ahLst/>
              <a:cxnLst/>
              <a:rect l="l" t="t" r="r" b="b"/>
              <a:pathLst>
                <a:path w="7492" h="3608" extrusionOk="0">
                  <a:moveTo>
                    <a:pt x="1" y="0"/>
                  </a:moveTo>
                  <a:lnTo>
                    <a:pt x="1" y="3607"/>
                  </a:lnTo>
                  <a:lnTo>
                    <a:pt x="7492" y="3607"/>
                  </a:lnTo>
                  <a:lnTo>
                    <a:pt x="749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8" name="Google Shape;278;p25"/>
            <p:cNvSpPr/>
            <p:nvPr/>
          </p:nvSpPr>
          <p:spPr>
            <a:xfrm>
              <a:off x="6240250" y="3513600"/>
              <a:ext cx="187300" cy="88800"/>
            </a:xfrm>
            <a:custGeom>
              <a:avLst/>
              <a:gdLst/>
              <a:ahLst/>
              <a:cxnLst/>
              <a:rect l="l" t="t" r="r" b="b"/>
              <a:pathLst>
                <a:path w="7492" h="3552" extrusionOk="0">
                  <a:moveTo>
                    <a:pt x="0" y="0"/>
                  </a:moveTo>
                  <a:lnTo>
                    <a:pt x="0" y="3552"/>
                  </a:lnTo>
                  <a:lnTo>
                    <a:pt x="7491" y="3552"/>
                  </a:lnTo>
                  <a:lnTo>
                    <a:pt x="74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79" name="Google Shape;279;p25"/>
            <p:cNvSpPr/>
            <p:nvPr/>
          </p:nvSpPr>
          <p:spPr>
            <a:xfrm>
              <a:off x="2142650" y="2953200"/>
              <a:ext cx="92975" cy="88800"/>
            </a:xfrm>
            <a:custGeom>
              <a:avLst/>
              <a:gdLst/>
              <a:ahLst/>
              <a:cxnLst/>
              <a:rect l="l" t="t" r="r" b="b"/>
              <a:pathLst>
                <a:path w="3719" h="3552" extrusionOk="0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4048575" y="898875"/>
              <a:ext cx="92975" cy="90175"/>
            </a:xfrm>
            <a:custGeom>
              <a:avLst/>
              <a:gdLst/>
              <a:ahLst/>
              <a:cxnLst/>
              <a:rect l="l" t="t" r="r" b="b"/>
              <a:pathLst>
                <a:path w="3719" h="3607" extrusionOk="0">
                  <a:moveTo>
                    <a:pt x="1" y="0"/>
                  </a:moveTo>
                  <a:lnTo>
                    <a:pt x="1" y="3607"/>
                  </a:lnTo>
                  <a:lnTo>
                    <a:pt x="3718" y="3607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1" name="Google Shape;281;p25"/>
            <p:cNvSpPr/>
            <p:nvPr/>
          </p:nvSpPr>
          <p:spPr>
            <a:xfrm>
              <a:off x="5191575" y="3233400"/>
              <a:ext cx="92975" cy="88800"/>
            </a:xfrm>
            <a:custGeom>
              <a:avLst/>
              <a:gdLst/>
              <a:ahLst/>
              <a:cxnLst/>
              <a:rect l="l" t="t" r="r" b="b"/>
              <a:pathLst>
                <a:path w="3719" h="3552" extrusionOk="0">
                  <a:moveTo>
                    <a:pt x="1" y="0"/>
                  </a:moveTo>
                  <a:lnTo>
                    <a:pt x="1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2" name="Google Shape;282;p25"/>
            <p:cNvSpPr/>
            <p:nvPr/>
          </p:nvSpPr>
          <p:spPr>
            <a:xfrm>
              <a:off x="7001800" y="4631625"/>
              <a:ext cx="91575" cy="90175"/>
            </a:xfrm>
            <a:custGeom>
              <a:avLst/>
              <a:gdLst/>
              <a:ahLst/>
              <a:cxnLst/>
              <a:rect l="l" t="t" r="r" b="b"/>
              <a:pathLst>
                <a:path w="3663" h="3607" extrusionOk="0">
                  <a:moveTo>
                    <a:pt x="0" y="0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3" name="Google Shape;283;p25"/>
            <p:cNvSpPr/>
            <p:nvPr/>
          </p:nvSpPr>
          <p:spPr>
            <a:xfrm>
              <a:off x="5573025" y="3419275"/>
              <a:ext cx="91600" cy="88800"/>
            </a:xfrm>
            <a:custGeom>
              <a:avLst/>
              <a:gdLst/>
              <a:ahLst/>
              <a:cxnLst/>
              <a:rect l="l" t="t" r="r" b="b"/>
              <a:pathLst>
                <a:path w="3664" h="3552" extrusionOk="0">
                  <a:moveTo>
                    <a:pt x="1" y="0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4" name="Google Shape;284;p25"/>
            <p:cNvSpPr/>
            <p:nvPr/>
          </p:nvSpPr>
          <p:spPr>
            <a:xfrm>
              <a:off x="6240250" y="2580050"/>
              <a:ext cx="92975" cy="88825"/>
            </a:xfrm>
            <a:custGeom>
              <a:avLst/>
              <a:gdLst/>
              <a:ahLst/>
              <a:cxnLst/>
              <a:rect l="l" t="t" r="r" b="b"/>
              <a:pathLst>
                <a:path w="3719" h="3553" extrusionOk="0">
                  <a:moveTo>
                    <a:pt x="0" y="1"/>
                  </a:moveTo>
                  <a:lnTo>
                    <a:pt x="0" y="3552"/>
                  </a:lnTo>
                  <a:lnTo>
                    <a:pt x="3718" y="3552"/>
                  </a:lnTo>
                  <a:lnTo>
                    <a:pt x="37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5" name="Google Shape;285;p25"/>
            <p:cNvSpPr/>
            <p:nvPr/>
          </p:nvSpPr>
          <p:spPr>
            <a:xfrm>
              <a:off x="3381375" y="2018275"/>
              <a:ext cx="91575" cy="90200"/>
            </a:xfrm>
            <a:custGeom>
              <a:avLst/>
              <a:gdLst/>
              <a:ahLst/>
              <a:cxnLst/>
              <a:rect l="l" t="t" r="r" b="b"/>
              <a:pathLst>
                <a:path w="3663" h="3608" extrusionOk="0">
                  <a:moveTo>
                    <a:pt x="0" y="1"/>
                  </a:moveTo>
                  <a:lnTo>
                    <a:pt x="0" y="3607"/>
                  </a:lnTo>
                  <a:lnTo>
                    <a:pt x="3662" y="3607"/>
                  </a:lnTo>
                  <a:lnTo>
                    <a:pt x="36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6" name="Google Shape;286;p25"/>
            <p:cNvSpPr/>
            <p:nvPr/>
          </p:nvSpPr>
          <p:spPr>
            <a:xfrm>
              <a:off x="1191075" y="993175"/>
              <a:ext cx="91575" cy="90200"/>
            </a:xfrm>
            <a:custGeom>
              <a:avLst/>
              <a:gdLst/>
              <a:ahLst/>
              <a:cxnLst/>
              <a:rect l="l" t="t" r="r" b="b"/>
              <a:pathLst>
                <a:path w="3663" h="3608" extrusionOk="0">
                  <a:moveTo>
                    <a:pt x="0" y="1"/>
                  </a:moveTo>
                  <a:lnTo>
                    <a:pt x="0" y="3608"/>
                  </a:lnTo>
                  <a:lnTo>
                    <a:pt x="3663" y="3608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7" name="Google Shape;287;p25"/>
            <p:cNvSpPr/>
            <p:nvPr/>
          </p:nvSpPr>
          <p:spPr>
            <a:xfrm>
              <a:off x="3572775" y="2019650"/>
              <a:ext cx="91600" cy="88825"/>
            </a:xfrm>
            <a:custGeom>
              <a:avLst/>
              <a:gdLst/>
              <a:ahLst/>
              <a:cxnLst/>
              <a:rect l="l" t="t" r="r" b="b"/>
              <a:pathLst>
                <a:path w="3664" h="3553" extrusionOk="0">
                  <a:moveTo>
                    <a:pt x="1" y="1"/>
                  </a:moveTo>
                  <a:lnTo>
                    <a:pt x="1" y="3552"/>
                  </a:lnTo>
                  <a:lnTo>
                    <a:pt x="3663" y="3552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8" name="Google Shape;288;p25"/>
            <p:cNvSpPr/>
            <p:nvPr/>
          </p:nvSpPr>
          <p:spPr>
            <a:xfrm>
              <a:off x="6908850" y="3976900"/>
              <a:ext cx="88800" cy="92950"/>
            </a:xfrm>
            <a:custGeom>
              <a:avLst/>
              <a:gdLst/>
              <a:ahLst/>
              <a:cxnLst/>
              <a:rect l="l" t="t" r="r" b="b"/>
              <a:pathLst>
                <a:path w="3552" h="3718" extrusionOk="0">
                  <a:moveTo>
                    <a:pt x="833" y="1"/>
                  </a:moveTo>
                  <a:lnTo>
                    <a:pt x="0" y="56"/>
                  </a:lnTo>
                  <a:lnTo>
                    <a:pt x="0" y="3718"/>
                  </a:lnTo>
                  <a:lnTo>
                    <a:pt x="3552" y="3718"/>
                  </a:lnTo>
                  <a:lnTo>
                    <a:pt x="3552" y="56"/>
                  </a:lnTo>
                  <a:lnTo>
                    <a:pt x="17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89" name="Google Shape;289;p25"/>
            <p:cNvSpPr/>
            <p:nvPr/>
          </p:nvSpPr>
          <p:spPr>
            <a:xfrm>
              <a:off x="4811500" y="1086125"/>
              <a:ext cx="91575" cy="90200"/>
            </a:xfrm>
            <a:custGeom>
              <a:avLst/>
              <a:gdLst/>
              <a:ahLst/>
              <a:cxnLst/>
              <a:rect l="l" t="t" r="r" b="b"/>
              <a:pathLst>
                <a:path w="3663" h="3608" extrusionOk="0">
                  <a:moveTo>
                    <a:pt x="0" y="1"/>
                  </a:moveTo>
                  <a:lnTo>
                    <a:pt x="0" y="3607"/>
                  </a:lnTo>
                  <a:lnTo>
                    <a:pt x="3663" y="3607"/>
                  </a:lnTo>
                  <a:lnTo>
                    <a:pt x="366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0" name="Google Shape;290;p25"/>
            <p:cNvSpPr/>
            <p:nvPr/>
          </p:nvSpPr>
          <p:spPr>
            <a:xfrm>
              <a:off x="5668750" y="3512200"/>
              <a:ext cx="90200" cy="90200"/>
            </a:xfrm>
            <a:custGeom>
              <a:avLst/>
              <a:gdLst/>
              <a:ahLst/>
              <a:cxnLst/>
              <a:rect l="l" t="t" r="r" b="b"/>
              <a:pathLst>
                <a:path w="3608" h="3608" extrusionOk="0">
                  <a:moveTo>
                    <a:pt x="0" y="1"/>
                  </a:moveTo>
                  <a:lnTo>
                    <a:pt x="0" y="3608"/>
                  </a:lnTo>
                  <a:lnTo>
                    <a:pt x="3607" y="3608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1" name="Google Shape;291;p25"/>
            <p:cNvSpPr/>
            <p:nvPr/>
          </p:nvSpPr>
          <p:spPr>
            <a:xfrm>
              <a:off x="5761700" y="3605150"/>
              <a:ext cx="92950" cy="88800"/>
            </a:xfrm>
            <a:custGeom>
              <a:avLst/>
              <a:gdLst/>
              <a:ahLst/>
              <a:cxnLst/>
              <a:rect l="l" t="t" r="r" b="b"/>
              <a:pathLst>
                <a:path w="3718" h="3552" extrusionOk="0">
                  <a:moveTo>
                    <a:pt x="56" y="0"/>
                  </a:moveTo>
                  <a:lnTo>
                    <a:pt x="0" y="1776"/>
                  </a:lnTo>
                  <a:lnTo>
                    <a:pt x="56" y="3552"/>
                  </a:lnTo>
                  <a:lnTo>
                    <a:pt x="3718" y="3552"/>
                  </a:lnTo>
                  <a:lnTo>
                    <a:pt x="37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2" name="Google Shape;292;p25"/>
            <p:cNvSpPr/>
            <p:nvPr/>
          </p:nvSpPr>
          <p:spPr>
            <a:xfrm>
              <a:off x="4717175" y="805925"/>
              <a:ext cx="90200" cy="91575"/>
            </a:xfrm>
            <a:custGeom>
              <a:avLst/>
              <a:gdLst/>
              <a:ahLst/>
              <a:cxnLst/>
              <a:rect l="l" t="t" r="r" b="b"/>
              <a:pathLst>
                <a:path w="3608" h="3663" extrusionOk="0">
                  <a:moveTo>
                    <a:pt x="0" y="1"/>
                  </a:moveTo>
                  <a:lnTo>
                    <a:pt x="0" y="3663"/>
                  </a:lnTo>
                  <a:lnTo>
                    <a:pt x="3607" y="3663"/>
                  </a:lnTo>
                  <a:lnTo>
                    <a:pt x="36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3" name="Google Shape;293;p25"/>
            <p:cNvSpPr/>
            <p:nvPr/>
          </p:nvSpPr>
          <p:spPr>
            <a:xfrm>
              <a:off x="4715775" y="1180450"/>
              <a:ext cx="90200" cy="88800"/>
            </a:xfrm>
            <a:custGeom>
              <a:avLst/>
              <a:gdLst/>
              <a:ahLst/>
              <a:cxnLst/>
              <a:rect l="l" t="t" r="r" b="b"/>
              <a:pathLst>
                <a:path w="3608" h="3552" extrusionOk="0">
                  <a:moveTo>
                    <a:pt x="1" y="0"/>
                  </a:moveTo>
                  <a:lnTo>
                    <a:pt x="1" y="3552"/>
                  </a:lnTo>
                  <a:lnTo>
                    <a:pt x="3608" y="3552"/>
                  </a:lnTo>
                  <a:lnTo>
                    <a:pt x="36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4" name="Google Shape;294;p25"/>
            <p:cNvSpPr/>
            <p:nvPr/>
          </p:nvSpPr>
          <p:spPr>
            <a:xfrm>
              <a:off x="4618700" y="1273375"/>
              <a:ext cx="94350" cy="90200"/>
            </a:xfrm>
            <a:custGeom>
              <a:avLst/>
              <a:gdLst/>
              <a:ahLst/>
              <a:cxnLst/>
              <a:rect l="l" t="t" r="r" b="b"/>
              <a:pathLst>
                <a:path w="3774" h="3608" extrusionOk="0">
                  <a:moveTo>
                    <a:pt x="0" y="1"/>
                  </a:moveTo>
                  <a:lnTo>
                    <a:pt x="0" y="3608"/>
                  </a:lnTo>
                  <a:lnTo>
                    <a:pt x="3773" y="3608"/>
                  </a:lnTo>
                  <a:lnTo>
                    <a:pt x="3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5" name="Google Shape;295;p25"/>
            <p:cNvSpPr/>
            <p:nvPr/>
          </p:nvSpPr>
          <p:spPr>
            <a:xfrm>
              <a:off x="238125" y="713000"/>
              <a:ext cx="3140500" cy="2329000"/>
            </a:xfrm>
            <a:custGeom>
              <a:avLst/>
              <a:gdLst/>
              <a:ahLst/>
              <a:cxnLst/>
              <a:rect l="l" t="t" r="r" b="b"/>
              <a:pathLst>
                <a:path w="125620" h="93160" extrusionOk="0">
                  <a:moveTo>
                    <a:pt x="64696" y="18643"/>
                  </a:moveTo>
                  <a:lnTo>
                    <a:pt x="64696" y="22305"/>
                  </a:lnTo>
                  <a:lnTo>
                    <a:pt x="60923" y="22305"/>
                  </a:lnTo>
                  <a:lnTo>
                    <a:pt x="60923" y="18643"/>
                  </a:lnTo>
                  <a:close/>
                  <a:moveTo>
                    <a:pt x="64696" y="26133"/>
                  </a:moveTo>
                  <a:lnTo>
                    <a:pt x="64696" y="29796"/>
                  </a:lnTo>
                  <a:lnTo>
                    <a:pt x="60923" y="29796"/>
                  </a:lnTo>
                  <a:lnTo>
                    <a:pt x="60923" y="26133"/>
                  </a:lnTo>
                  <a:close/>
                  <a:moveTo>
                    <a:pt x="68525" y="0"/>
                  </a:moveTo>
                  <a:lnTo>
                    <a:pt x="68525" y="3718"/>
                  </a:lnTo>
                  <a:lnTo>
                    <a:pt x="57150" y="3718"/>
                  </a:lnTo>
                  <a:lnTo>
                    <a:pt x="57150" y="11097"/>
                  </a:lnTo>
                  <a:lnTo>
                    <a:pt x="64696" y="11097"/>
                  </a:lnTo>
                  <a:lnTo>
                    <a:pt x="64696" y="14926"/>
                  </a:lnTo>
                  <a:lnTo>
                    <a:pt x="53377" y="14926"/>
                  </a:lnTo>
                  <a:lnTo>
                    <a:pt x="53377" y="26078"/>
                  </a:lnTo>
                  <a:lnTo>
                    <a:pt x="57095" y="26078"/>
                  </a:lnTo>
                  <a:lnTo>
                    <a:pt x="57095" y="29796"/>
                  </a:lnTo>
                  <a:lnTo>
                    <a:pt x="53211" y="29796"/>
                  </a:lnTo>
                  <a:lnTo>
                    <a:pt x="53211" y="26078"/>
                  </a:lnTo>
                  <a:lnTo>
                    <a:pt x="49438" y="26078"/>
                  </a:lnTo>
                  <a:lnTo>
                    <a:pt x="49438" y="22416"/>
                  </a:lnTo>
                  <a:lnTo>
                    <a:pt x="41836" y="22416"/>
                  </a:lnTo>
                  <a:lnTo>
                    <a:pt x="41836" y="29740"/>
                  </a:lnTo>
                  <a:lnTo>
                    <a:pt x="38063" y="29740"/>
                  </a:lnTo>
                  <a:lnTo>
                    <a:pt x="38063" y="22250"/>
                  </a:lnTo>
                  <a:lnTo>
                    <a:pt x="41781" y="22250"/>
                  </a:lnTo>
                  <a:lnTo>
                    <a:pt x="41781" y="18698"/>
                  </a:lnTo>
                  <a:lnTo>
                    <a:pt x="34179" y="18698"/>
                  </a:lnTo>
                  <a:lnTo>
                    <a:pt x="34179" y="26133"/>
                  </a:lnTo>
                  <a:lnTo>
                    <a:pt x="26578" y="26133"/>
                  </a:lnTo>
                  <a:lnTo>
                    <a:pt x="26578" y="29796"/>
                  </a:lnTo>
                  <a:lnTo>
                    <a:pt x="22749" y="29796"/>
                  </a:lnTo>
                  <a:lnTo>
                    <a:pt x="22749" y="26133"/>
                  </a:lnTo>
                  <a:lnTo>
                    <a:pt x="3773" y="26133"/>
                  </a:lnTo>
                  <a:lnTo>
                    <a:pt x="3773" y="33569"/>
                  </a:lnTo>
                  <a:lnTo>
                    <a:pt x="0" y="33569"/>
                  </a:lnTo>
                  <a:lnTo>
                    <a:pt x="0" y="44776"/>
                  </a:lnTo>
                  <a:lnTo>
                    <a:pt x="7602" y="44776"/>
                  </a:lnTo>
                  <a:lnTo>
                    <a:pt x="7602" y="48383"/>
                  </a:lnTo>
                  <a:lnTo>
                    <a:pt x="11319" y="48383"/>
                  </a:lnTo>
                  <a:lnTo>
                    <a:pt x="11319" y="44721"/>
                  </a:lnTo>
                  <a:lnTo>
                    <a:pt x="15148" y="44721"/>
                  </a:lnTo>
                  <a:lnTo>
                    <a:pt x="15148" y="41004"/>
                  </a:lnTo>
                  <a:lnTo>
                    <a:pt x="19032" y="41004"/>
                  </a:lnTo>
                  <a:lnTo>
                    <a:pt x="19032" y="44721"/>
                  </a:lnTo>
                  <a:lnTo>
                    <a:pt x="26633" y="44721"/>
                  </a:lnTo>
                  <a:lnTo>
                    <a:pt x="26633" y="52212"/>
                  </a:lnTo>
                  <a:lnTo>
                    <a:pt x="30462" y="52212"/>
                  </a:lnTo>
                  <a:lnTo>
                    <a:pt x="30462" y="55929"/>
                  </a:lnTo>
                  <a:lnTo>
                    <a:pt x="34235" y="55929"/>
                  </a:lnTo>
                  <a:lnTo>
                    <a:pt x="34235" y="60978"/>
                  </a:lnTo>
                  <a:lnTo>
                    <a:pt x="34235" y="65861"/>
                  </a:lnTo>
                  <a:lnTo>
                    <a:pt x="34235" y="68358"/>
                  </a:lnTo>
                  <a:lnTo>
                    <a:pt x="34235" y="70855"/>
                  </a:lnTo>
                  <a:lnTo>
                    <a:pt x="38008" y="70855"/>
                  </a:lnTo>
                  <a:lnTo>
                    <a:pt x="38008" y="74627"/>
                  </a:lnTo>
                  <a:lnTo>
                    <a:pt x="38063" y="78290"/>
                  </a:lnTo>
                  <a:lnTo>
                    <a:pt x="41892" y="78290"/>
                  </a:lnTo>
                  <a:lnTo>
                    <a:pt x="41892" y="85780"/>
                  </a:lnTo>
                  <a:lnTo>
                    <a:pt x="49548" y="85780"/>
                  </a:lnTo>
                  <a:lnTo>
                    <a:pt x="49548" y="93160"/>
                  </a:lnTo>
                  <a:lnTo>
                    <a:pt x="57095" y="93160"/>
                  </a:lnTo>
                  <a:lnTo>
                    <a:pt x="57095" y="82007"/>
                  </a:lnTo>
                  <a:lnTo>
                    <a:pt x="58759" y="82007"/>
                  </a:lnTo>
                  <a:lnTo>
                    <a:pt x="68525" y="82118"/>
                  </a:lnTo>
                  <a:lnTo>
                    <a:pt x="68525" y="78290"/>
                  </a:lnTo>
                  <a:lnTo>
                    <a:pt x="72353" y="78290"/>
                  </a:lnTo>
                  <a:lnTo>
                    <a:pt x="72353" y="74517"/>
                  </a:lnTo>
                  <a:lnTo>
                    <a:pt x="76182" y="74517"/>
                  </a:lnTo>
                  <a:lnTo>
                    <a:pt x="76182" y="67082"/>
                  </a:lnTo>
                  <a:lnTo>
                    <a:pt x="79955" y="67082"/>
                  </a:lnTo>
                  <a:lnTo>
                    <a:pt x="79955" y="63364"/>
                  </a:lnTo>
                  <a:lnTo>
                    <a:pt x="83672" y="63364"/>
                  </a:lnTo>
                  <a:lnTo>
                    <a:pt x="83672" y="59647"/>
                  </a:lnTo>
                  <a:lnTo>
                    <a:pt x="79955" y="59647"/>
                  </a:lnTo>
                  <a:lnTo>
                    <a:pt x="79955" y="55929"/>
                  </a:lnTo>
                  <a:lnTo>
                    <a:pt x="87612" y="55929"/>
                  </a:lnTo>
                  <a:lnTo>
                    <a:pt x="87612" y="59591"/>
                  </a:lnTo>
                  <a:lnTo>
                    <a:pt x="91274" y="59591"/>
                  </a:lnTo>
                  <a:lnTo>
                    <a:pt x="91274" y="52212"/>
                  </a:lnTo>
                  <a:lnTo>
                    <a:pt x="87501" y="52212"/>
                  </a:lnTo>
                  <a:lnTo>
                    <a:pt x="87501" y="44776"/>
                  </a:lnTo>
                  <a:lnTo>
                    <a:pt x="79899" y="44776"/>
                  </a:lnTo>
                  <a:lnTo>
                    <a:pt x="79899" y="41059"/>
                  </a:lnTo>
                  <a:lnTo>
                    <a:pt x="72298" y="41059"/>
                  </a:lnTo>
                  <a:lnTo>
                    <a:pt x="72298" y="55929"/>
                  </a:lnTo>
                  <a:lnTo>
                    <a:pt x="68525" y="55929"/>
                  </a:lnTo>
                  <a:lnTo>
                    <a:pt x="68525" y="48494"/>
                  </a:lnTo>
                  <a:lnTo>
                    <a:pt x="60812" y="48494"/>
                  </a:lnTo>
                  <a:lnTo>
                    <a:pt x="60812" y="44721"/>
                  </a:lnTo>
                  <a:lnTo>
                    <a:pt x="57095" y="44721"/>
                  </a:lnTo>
                  <a:lnTo>
                    <a:pt x="57095" y="40948"/>
                  </a:lnTo>
                  <a:lnTo>
                    <a:pt x="60868" y="40948"/>
                  </a:lnTo>
                  <a:lnTo>
                    <a:pt x="60868" y="37231"/>
                  </a:lnTo>
                  <a:lnTo>
                    <a:pt x="68525" y="37231"/>
                  </a:lnTo>
                  <a:lnTo>
                    <a:pt x="68525" y="26133"/>
                  </a:lnTo>
                  <a:lnTo>
                    <a:pt x="72353" y="26133"/>
                  </a:lnTo>
                  <a:lnTo>
                    <a:pt x="72353" y="37231"/>
                  </a:lnTo>
                  <a:lnTo>
                    <a:pt x="79955" y="37231"/>
                  </a:lnTo>
                  <a:lnTo>
                    <a:pt x="79955" y="40893"/>
                  </a:lnTo>
                  <a:lnTo>
                    <a:pt x="83672" y="40893"/>
                  </a:lnTo>
                  <a:lnTo>
                    <a:pt x="83672" y="29796"/>
                  </a:lnTo>
                  <a:lnTo>
                    <a:pt x="79899" y="29796"/>
                  </a:lnTo>
                  <a:lnTo>
                    <a:pt x="79899" y="26078"/>
                  </a:lnTo>
                  <a:lnTo>
                    <a:pt x="76126" y="26078"/>
                  </a:lnTo>
                  <a:lnTo>
                    <a:pt x="76126" y="22361"/>
                  </a:lnTo>
                  <a:lnTo>
                    <a:pt x="72408" y="22361"/>
                  </a:lnTo>
                  <a:lnTo>
                    <a:pt x="72408" y="11097"/>
                  </a:lnTo>
                  <a:lnTo>
                    <a:pt x="76182" y="11097"/>
                  </a:lnTo>
                  <a:lnTo>
                    <a:pt x="76182" y="7490"/>
                  </a:lnTo>
                  <a:lnTo>
                    <a:pt x="83728" y="7490"/>
                  </a:lnTo>
                  <a:lnTo>
                    <a:pt x="83728" y="11153"/>
                  </a:lnTo>
                  <a:lnTo>
                    <a:pt x="79955" y="11153"/>
                  </a:lnTo>
                  <a:lnTo>
                    <a:pt x="79955" y="13039"/>
                  </a:lnTo>
                  <a:lnTo>
                    <a:pt x="80010" y="14870"/>
                  </a:lnTo>
                  <a:lnTo>
                    <a:pt x="87612" y="14870"/>
                  </a:lnTo>
                  <a:lnTo>
                    <a:pt x="87612" y="18588"/>
                  </a:lnTo>
                  <a:lnTo>
                    <a:pt x="91440" y="18588"/>
                  </a:lnTo>
                  <a:lnTo>
                    <a:pt x="91440" y="37231"/>
                  </a:lnTo>
                  <a:lnTo>
                    <a:pt x="95268" y="37231"/>
                  </a:lnTo>
                  <a:lnTo>
                    <a:pt x="95268" y="40948"/>
                  </a:lnTo>
                  <a:lnTo>
                    <a:pt x="102815" y="40948"/>
                  </a:lnTo>
                  <a:lnTo>
                    <a:pt x="102815" y="33513"/>
                  </a:lnTo>
                  <a:lnTo>
                    <a:pt x="106643" y="33513"/>
                  </a:lnTo>
                  <a:lnTo>
                    <a:pt x="106643" y="29740"/>
                  </a:lnTo>
                  <a:lnTo>
                    <a:pt x="114245" y="29740"/>
                  </a:lnTo>
                  <a:lnTo>
                    <a:pt x="114245" y="26023"/>
                  </a:lnTo>
                  <a:lnTo>
                    <a:pt x="118073" y="26023"/>
                  </a:lnTo>
                  <a:lnTo>
                    <a:pt x="118073" y="18532"/>
                  </a:lnTo>
                  <a:lnTo>
                    <a:pt x="121902" y="18532"/>
                  </a:lnTo>
                  <a:lnTo>
                    <a:pt x="121902" y="7380"/>
                  </a:lnTo>
                  <a:lnTo>
                    <a:pt x="125619" y="7380"/>
                  </a:lnTo>
                  <a:lnTo>
                    <a:pt x="125619" y="3718"/>
                  </a:lnTo>
                  <a:lnTo>
                    <a:pt x="118018" y="3718"/>
                  </a:lnTo>
                  <a:lnTo>
                    <a:pt x="118018" y="55"/>
                  </a:lnTo>
                  <a:lnTo>
                    <a:pt x="95213" y="55"/>
                  </a:lnTo>
                  <a:lnTo>
                    <a:pt x="95213" y="3662"/>
                  </a:lnTo>
                  <a:lnTo>
                    <a:pt x="83728" y="3662"/>
                  </a:lnTo>
                  <a:lnTo>
                    <a:pt x="837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1951225" y="27659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3285650" y="993175"/>
              <a:ext cx="4096225" cy="3448450"/>
            </a:xfrm>
            <a:custGeom>
              <a:avLst/>
              <a:gdLst/>
              <a:ahLst/>
              <a:cxnLst/>
              <a:rect l="l" t="t" r="r" b="b"/>
              <a:pathLst>
                <a:path w="163849" h="137938" extrusionOk="0">
                  <a:moveTo>
                    <a:pt x="102815" y="7436"/>
                  </a:moveTo>
                  <a:lnTo>
                    <a:pt x="102815" y="11098"/>
                  </a:lnTo>
                  <a:lnTo>
                    <a:pt x="99042" y="11098"/>
                  </a:lnTo>
                  <a:lnTo>
                    <a:pt x="99042" y="7436"/>
                  </a:lnTo>
                  <a:close/>
                  <a:moveTo>
                    <a:pt x="45610" y="22306"/>
                  </a:moveTo>
                  <a:lnTo>
                    <a:pt x="45610" y="26024"/>
                  </a:lnTo>
                  <a:lnTo>
                    <a:pt x="41948" y="26024"/>
                  </a:lnTo>
                  <a:lnTo>
                    <a:pt x="41948" y="22306"/>
                  </a:lnTo>
                  <a:close/>
                  <a:moveTo>
                    <a:pt x="45665" y="52212"/>
                  </a:moveTo>
                  <a:lnTo>
                    <a:pt x="45665" y="55875"/>
                  </a:lnTo>
                  <a:lnTo>
                    <a:pt x="38119" y="55875"/>
                  </a:lnTo>
                  <a:lnTo>
                    <a:pt x="38119" y="52212"/>
                  </a:lnTo>
                  <a:close/>
                  <a:moveTo>
                    <a:pt x="56929" y="55930"/>
                  </a:moveTo>
                  <a:lnTo>
                    <a:pt x="56929" y="63365"/>
                  </a:lnTo>
                  <a:lnTo>
                    <a:pt x="53322" y="63365"/>
                  </a:lnTo>
                  <a:lnTo>
                    <a:pt x="53322" y="55930"/>
                  </a:lnTo>
                  <a:close/>
                  <a:moveTo>
                    <a:pt x="26634" y="52212"/>
                  </a:moveTo>
                  <a:lnTo>
                    <a:pt x="26634" y="55930"/>
                  </a:lnTo>
                  <a:lnTo>
                    <a:pt x="22916" y="55930"/>
                  </a:lnTo>
                  <a:lnTo>
                    <a:pt x="22916" y="63310"/>
                  </a:lnTo>
                  <a:lnTo>
                    <a:pt x="26634" y="63310"/>
                  </a:lnTo>
                  <a:lnTo>
                    <a:pt x="26634" y="59703"/>
                  </a:lnTo>
                  <a:lnTo>
                    <a:pt x="34291" y="59703"/>
                  </a:lnTo>
                  <a:lnTo>
                    <a:pt x="34291" y="63365"/>
                  </a:lnTo>
                  <a:lnTo>
                    <a:pt x="41837" y="63365"/>
                  </a:lnTo>
                  <a:lnTo>
                    <a:pt x="41837" y="67083"/>
                  </a:lnTo>
                  <a:lnTo>
                    <a:pt x="30518" y="67083"/>
                  </a:lnTo>
                  <a:lnTo>
                    <a:pt x="30518" y="70800"/>
                  </a:lnTo>
                  <a:lnTo>
                    <a:pt x="26634" y="70800"/>
                  </a:lnTo>
                  <a:lnTo>
                    <a:pt x="26634" y="67138"/>
                  </a:lnTo>
                  <a:lnTo>
                    <a:pt x="22861" y="67138"/>
                  </a:lnTo>
                  <a:lnTo>
                    <a:pt x="22861" y="63420"/>
                  </a:lnTo>
                  <a:lnTo>
                    <a:pt x="11431" y="63420"/>
                  </a:lnTo>
                  <a:lnTo>
                    <a:pt x="11431" y="59648"/>
                  </a:lnTo>
                  <a:lnTo>
                    <a:pt x="15204" y="59648"/>
                  </a:lnTo>
                  <a:lnTo>
                    <a:pt x="15204" y="55875"/>
                  </a:lnTo>
                  <a:lnTo>
                    <a:pt x="22805" y="55875"/>
                  </a:lnTo>
                  <a:lnTo>
                    <a:pt x="22805" y="52212"/>
                  </a:lnTo>
                  <a:close/>
                  <a:moveTo>
                    <a:pt x="56929" y="70856"/>
                  </a:moveTo>
                  <a:lnTo>
                    <a:pt x="56929" y="74573"/>
                  </a:lnTo>
                  <a:lnTo>
                    <a:pt x="57095" y="74573"/>
                  </a:lnTo>
                  <a:lnTo>
                    <a:pt x="55264" y="74628"/>
                  </a:lnTo>
                  <a:lnTo>
                    <a:pt x="53322" y="74628"/>
                  </a:lnTo>
                  <a:lnTo>
                    <a:pt x="53322" y="70856"/>
                  </a:lnTo>
                  <a:close/>
                  <a:moveTo>
                    <a:pt x="45665" y="74573"/>
                  </a:moveTo>
                  <a:lnTo>
                    <a:pt x="45665" y="82063"/>
                  </a:lnTo>
                  <a:lnTo>
                    <a:pt x="41948" y="82063"/>
                  </a:lnTo>
                  <a:lnTo>
                    <a:pt x="41948" y="74573"/>
                  </a:lnTo>
                  <a:close/>
                  <a:moveTo>
                    <a:pt x="95269" y="1"/>
                  </a:moveTo>
                  <a:lnTo>
                    <a:pt x="95269" y="3663"/>
                  </a:lnTo>
                  <a:lnTo>
                    <a:pt x="83839" y="3663"/>
                  </a:lnTo>
                  <a:lnTo>
                    <a:pt x="83839" y="7436"/>
                  </a:lnTo>
                  <a:lnTo>
                    <a:pt x="76182" y="7436"/>
                  </a:lnTo>
                  <a:lnTo>
                    <a:pt x="76182" y="11209"/>
                  </a:lnTo>
                  <a:lnTo>
                    <a:pt x="68581" y="11209"/>
                  </a:lnTo>
                  <a:lnTo>
                    <a:pt x="68581" y="18589"/>
                  </a:lnTo>
                  <a:lnTo>
                    <a:pt x="64697" y="18589"/>
                  </a:lnTo>
                  <a:lnTo>
                    <a:pt x="64697" y="14926"/>
                  </a:lnTo>
                  <a:lnTo>
                    <a:pt x="60924" y="14926"/>
                  </a:lnTo>
                  <a:lnTo>
                    <a:pt x="60924" y="18644"/>
                  </a:lnTo>
                  <a:lnTo>
                    <a:pt x="53322" y="18644"/>
                  </a:lnTo>
                  <a:lnTo>
                    <a:pt x="53322" y="22362"/>
                  </a:lnTo>
                  <a:lnTo>
                    <a:pt x="49549" y="22362"/>
                  </a:lnTo>
                  <a:lnTo>
                    <a:pt x="45665" y="22306"/>
                  </a:lnTo>
                  <a:lnTo>
                    <a:pt x="45665" y="18589"/>
                  </a:lnTo>
                  <a:lnTo>
                    <a:pt x="41837" y="18589"/>
                  </a:lnTo>
                  <a:lnTo>
                    <a:pt x="41837" y="14926"/>
                  </a:lnTo>
                  <a:lnTo>
                    <a:pt x="26689" y="14926"/>
                  </a:lnTo>
                  <a:lnTo>
                    <a:pt x="26689" y="18589"/>
                  </a:lnTo>
                  <a:lnTo>
                    <a:pt x="22861" y="18589"/>
                  </a:lnTo>
                  <a:lnTo>
                    <a:pt x="22861" y="26134"/>
                  </a:lnTo>
                  <a:lnTo>
                    <a:pt x="19143" y="26134"/>
                  </a:lnTo>
                  <a:lnTo>
                    <a:pt x="19143" y="33569"/>
                  </a:lnTo>
                  <a:lnTo>
                    <a:pt x="22916" y="33569"/>
                  </a:lnTo>
                  <a:lnTo>
                    <a:pt x="22916" y="37176"/>
                  </a:lnTo>
                  <a:lnTo>
                    <a:pt x="26634" y="37176"/>
                  </a:lnTo>
                  <a:lnTo>
                    <a:pt x="26634" y="26024"/>
                  </a:lnTo>
                  <a:lnTo>
                    <a:pt x="30462" y="26024"/>
                  </a:lnTo>
                  <a:lnTo>
                    <a:pt x="30462" y="22362"/>
                  </a:lnTo>
                  <a:lnTo>
                    <a:pt x="34235" y="22362"/>
                  </a:lnTo>
                  <a:lnTo>
                    <a:pt x="34235" y="26134"/>
                  </a:lnTo>
                  <a:lnTo>
                    <a:pt x="30518" y="26134"/>
                  </a:lnTo>
                  <a:lnTo>
                    <a:pt x="30518" y="33514"/>
                  </a:lnTo>
                  <a:lnTo>
                    <a:pt x="34235" y="33514"/>
                  </a:lnTo>
                  <a:lnTo>
                    <a:pt x="34235" y="37342"/>
                  </a:lnTo>
                  <a:lnTo>
                    <a:pt x="30462" y="37342"/>
                  </a:lnTo>
                  <a:lnTo>
                    <a:pt x="30462" y="40949"/>
                  </a:lnTo>
                  <a:lnTo>
                    <a:pt x="22805" y="40949"/>
                  </a:lnTo>
                  <a:lnTo>
                    <a:pt x="22805" y="37342"/>
                  </a:lnTo>
                  <a:lnTo>
                    <a:pt x="19032" y="37342"/>
                  </a:lnTo>
                  <a:lnTo>
                    <a:pt x="19032" y="44777"/>
                  </a:lnTo>
                  <a:lnTo>
                    <a:pt x="15259" y="44777"/>
                  </a:lnTo>
                  <a:lnTo>
                    <a:pt x="15259" y="48495"/>
                  </a:lnTo>
                  <a:lnTo>
                    <a:pt x="11375" y="48495"/>
                  </a:lnTo>
                  <a:lnTo>
                    <a:pt x="11375" y="55985"/>
                  </a:lnTo>
                  <a:lnTo>
                    <a:pt x="7602" y="55985"/>
                  </a:lnTo>
                  <a:lnTo>
                    <a:pt x="7602" y="67138"/>
                  </a:lnTo>
                  <a:lnTo>
                    <a:pt x="3774" y="67138"/>
                  </a:lnTo>
                  <a:lnTo>
                    <a:pt x="3774" y="74573"/>
                  </a:lnTo>
                  <a:lnTo>
                    <a:pt x="1887" y="74573"/>
                  </a:lnTo>
                  <a:lnTo>
                    <a:pt x="1" y="74628"/>
                  </a:lnTo>
                  <a:lnTo>
                    <a:pt x="1" y="89443"/>
                  </a:lnTo>
                  <a:lnTo>
                    <a:pt x="3829" y="89443"/>
                  </a:lnTo>
                  <a:lnTo>
                    <a:pt x="3829" y="93216"/>
                  </a:lnTo>
                  <a:lnTo>
                    <a:pt x="19143" y="93216"/>
                  </a:lnTo>
                  <a:lnTo>
                    <a:pt x="19143" y="104424"/>
                  </a:lnTo>
                  <a:lnTo>
                    <a:pt x="22916" y="104424"/>
                  </a:lnTo>
                  <a:lnTo>
                    <a:pt x="22916" y="126840"/>
                  </a:lnTo>
                  <a:lnTo>
                    <a:pt x="26689" y="126840"/>
                  </a:lnTo>
                  <a:lnTo>
                    <a:pt x="26689" y="137937"/>
                  </a:lnTo>
                  <a:lnTo>
                    <a:pt x="30462" y="137937"/>
                  </a:lnTo>
                  <a:lnTo>
                    <a:pt x="30462" y="134275"/>
                  </a:lnTo>
                  <a:lnTo>
                    <a:pt x="38064" y="134275"/>
                  </a:lnTo>
                  <a:lnTo>
                    <a:pt x="38064" y="126729"/>
                  </a:lnTo>
                  <a:lnTo>
                    <a:pt x="41948" y="126729"/>
                  </a:lnTo>
                  <a:lnTo>
                    <a:pt x="41948" y="119294"/>
                  </a:lnTo>
                  <a:lnTo>
                    <a:pt x="45721" y="119294"/>
                  </a:lnTo>
                  <a:lnTo>
                    <a:pt x="45721" y="100651"/>
                  </a:lnTo>
                  <a:lnTo>
                    <a:pt x="49494" y="100651"/>
                  </a:lnTo>
                  <a:lnTo>
                    <a:pt x="49494" y="96934"/>
                  </a:lnTo>
                  <a:lnTo>
                    <a:pt x="53211" y="96934"/>
                  </a:lnTo>
                  <a:lnTo>
                    <a:pt x="53211" y="89499"/>
                  </a:lnTo>
                  <a:lnTo>
                    <a:pt x="49549" y="89499"/>
                  </a:lnTo>
                  <a:lnTo>
                    <a:pt x="49549" y="85726"/>
                  </a:lnTo>
                  <a:lnTo>
                    <a:pt x="57095" y="85726"/>
                  </a:lnTo>
                  <a:lnTo>
                    <a:pt x="57095" y="82008"/>
                  </a:lnTo>
                  <a:lnTo>
                    <a:pt x="60924" y="82008"/>
                  </a:lnTo>
                  <a:lnTo>
                    <a:pt x="60924" y="74628"/>
                  </a:lnTo>
                  <a:lnTo>
                    <a:pt x="68636" y="74628"/>
                  </a:lnTo>
                  <a:lnTo>
                    <a:pt x="68636" y="78291"/>
                  </a:lnTo>
                  <a:lnTo>
                    <a:pt x="72409" y="78291"/>
                  </a:lnTo>
                  <a:lnTo>
                    <a:pt x="72409" y="89388"/>
                  </a:lnTo>
                  <a:lnTo>
                    <a:pt x="76182" y="89388"/>
                  </a:lnTo>
                  <a:lnTo>
                    <a:pt x="76182" y="85726"/>
                  </a:lnTo>
                  <a:lnTo>
                    <a:pt x="80011" y="85726"/>
                  </a:lnTo>
                  <a:lnTo>
                    <a:pt x="80011" y="78346"/>
                  </a:lnTo>
                  <a:lnTo>
                    <a:pt x="87668" y="78346"/>
                  </a:lnTo>
                  <a:lnTo>
                    <a:pt x="87668" y="82008"/>
                  </a:lnTo>
                  <a:lnTo>
                    <a:pt x="91441" y="82008"/>
                  </a:lnTo>
                  <a:lnTo>
                    <a:pt x="91441" y="93161"/>
                  </a:lnTo>
                  <a:lnTo>
                    <a:pt x="95269" y="93161"/>
                  </a:lnTo>
                  <a:lnTo>
                    <a:pt x="95269" y="89443"/>
                  </a:lnTo>
                  <a:lnTo>
                    <a:pt x="102760" y="89443"/>
                  </a:lnTo>
                  <a:lnTo>
                    <a:pt x="102760" y="82063"/>
                  </a:lnTo>
                  <a:lnTo>
                    <a:pt x="99042" y="82063"/>
                  </a:lnTo>
                  <a:lnTo>
                    <a:pt x="99042" y="78291"/>
                  </a:lnTo>
                  <a:lnTo>
                    <a:pt x="106644" y="78291"/>
                  </a:lnTo>
                  <a:lnTo>
                    <a:pt x="106644" y="74518"/>
                  </a:lnTo>
                  <a:lnTo>
                    <a:pt x="110472" y="74518"/>
                  </a:lnTo>
                  <a:lnTo>
                    <a:pt x="110472" y="59703"/>
                  </a:lnTo>
                  <a:lnTo>
                    <a:pt x="114356" y="59703"/>
                  </a:lnTo>
                  <a:lnTo>
                    <a:pt x="114356" y="63310"/>
                  </a:lnTo>
                  <a:lnTo>
                    <a:pt x="118129" y="63310"/>
                  </a:lnTo>
                  <a:lnTo>
                    <a:pt x="118129" y="55875"/>
                  </a:lnTo>
                  <a:lnTo>
                    <a:pt x="121958" y="55875"/>
                  </a:lnTo>
                  <a:lnTo>
                    <a:pt x="121958" y="52212"/>
                  </a:lnTo>
                  <a:lnTo>
                    <a:pt x="125731" y="52212"/>
                  </a:lnTo>
                  <a:lnTo>
                    <a:pt x="125731" y="55819"/>
                  </a:lnTo>
                  <a:lnTo>
                    <a:pt x="129504" y="55819"/>
                  </a:lnTo>
                  <a:lnTo>
                    <a:pt x="129504" y="41005"/>
                  </a:lnTo>
                  <a:lnTo>
                    <a:pt x="121958" y="41005"/>
                  </a:lnTo>
                  <a:lnTo>
                    <a:pt x="121958" y="37232"/>
                  </a:lnTo>
                  <a:lnTo>
                    <a:pt x="125731" y="37232"/>
                  </a:lnTo>
                  <a:lnTo>
                    <a:pt x="125731" y="33514"/>
                  </a:lnTo>
                  <a:lnTo>
                    <a:pt x="137161" y="33514"/>
                  </a:lnTo>
                  <a:lnTo>
                    <a:pt x="137161" y="29797"/>
                  </a:lnTo>
                  <a:lnTo>
                    <a:pt x="144818" y="29797"/>
                  </a:lnTo>
                  <a:lnTo>
                    <a:pt x="144818" y="33514"/>
                  </a:lnTo>
                  <a:lnTo>
                    <a:pt x="152364" y="33514"/>
                  </a:lnTo>
                  <a:lnTo>
                    <a:pt x="152364" y="29741"/>
                  </a:lnTo>
                  <a:lnTo>
                    <a:pt x="160021" y="29741"/>
                  </a:lnTo>
                  <a:lnTo>
                    <a:pt x="160021" y="26079"/>
                  </a:lnTo>
                  <a:lnTo>
                    <a:pt x="160021" y="25968"/>
                  </a:lnTo>
                  <a:lnTo>
                    <a:pt x="163849" y="25968"/>
                  </a:lnTo>
                  <a:lnTo>
                    <a:pt x="163849" y="18589"/>
                  </a:lnTo>
                  <a:lnTo>
                    <a:pt x="156192" y="18589"/>
                  </a:lnTo>
                  <a:lnTo>
                    <a:pt x="156192" y="14926"/>
                  </a:lnTo>
                  <a:lnTo>
                    <a:pt x="152419" y="14926"/>
                  </a:lnTo>
                  <a:lnTo>
                    <a:pt x="152419" y="18589"/>
                  </a:lnTo>
                  <a:lnTo>
                    <a:pt x="148535" y="18589"/>
                  </a:lnTo>
                  <a:lnTo>
                    <a:pt x="148535" y="14871"/>
                  </a:lnTo>
                  <a:lnTo>
                    <a:pt x="133277" y="14871"/>
                  </a:lnTo>
                  <a:lnTo>
                    <a:pt x="133277" y="11154"/>
                  </a:lnTo>
                  <a:lnTo>
                    <a:pt x="129559" y="11154"/>
                  </a:lnTo>
                  <a:lnTo>
                    <a:pt x="129559" y="7325"/>
                  </a:lnTo>
                  <a:lnTo>
                    <a:pt x="133277" y="7325"/>
                  </a:lnTo>
                  <a:lnTo>
                    <a:pt x="133277" y="3719"/>
                  </a:lnTo>
                  <a:lnTo>
                    <a:pt x="121958" y="3719"/>
                  </a:lnTo>
                  <a:lnTo>
                    <a:pt x="121958" y="7381"/>
                  </a:lnTo>
                  <a:lnTo>
                    <a:pt x="125675" y="7381"/>
                  </a:lnTo>
                  <a:lnTo>
                    <a:pt x="125675" y="11098"/>
                  </a:lnTo>
                  <a:lnTo>
                    <a:pt x="118074" y="11098"/>
                  </a:lnTo>
                  <a:lnTo>
                    <a:pt x="118074" y="7491"/>
                  </a:lnTo>
                  <a:lnTo>
                    <a:pt x="114301" y="7491"/>
                  </a:lnTo>
                  <a:lnTo>
                    <a:pt x="114301" y="11098"/>
                  </a:lnTo>
                  <a:lnTo>
                    <a:pt x="110417" y="11098"/>
                  </a:lnTo>
                  <a:lnTo>
                    <a:pt x="110417" y="7436"/>
                  </a:lnTo>
                  <a:lnTo>
                    <a:pt x="106644" y="7436"/>
                  </a:lnTo>
                  <a:lnTo>
                    <a:pt x="106644" y="3663"/>
                  </a:lnTo>
                  <a:lnTo>
                    <a:pt x="98987" y="3663"/>
                  </a:lnTo>
                  <a:lnTo>
                    <a:pt x="989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286775" y="1086125"/>
              <a:ext cx="185925" cy="92950"/>
            </a:xfrm>
            <a:custGeom>
              <a:avLst/>
              <a:gdLst/>
              <a:ahLst/>
              <a:cxnLst/>
              <a:rect l="l" t="t" r="r" b="b"/>
              <a:pathLst>
                <a:path w="7437" h="3718" extrusionOk="0">
                  <a:moveTo>
                    <a:pt x="1" y="1"/>
                  </a:moveTo>
                  <a:lnTo>
                    <a:pt x="1" y="611"/>
                  </a:lnTo>
                  <a:lnTo>
                    <a:pt x="1" y="3607"/>
                  </a:lnTo>
                  <a:lnTo>
                    <a:pt x="1" y="3718"/>
                  </a:lnTo>
                  <a:lnTo>
                    <a:pt x="7436" y="3718"/>
                  </a:lnTo>
                  <a:lnTo>
                    <a:pt x="7436" y="3496"/>
                  </a:lnTo>
                  <a:lnTo>
                    <a:pt x="7436" y="611"/>
                  </a:lnTo>
                  <a:lnTo>
                    <a:pt x="74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pos="5601" userDrawn="1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pos="159" userDrawn="1">
          <p15:clr>
            <a:srgbClr val="E46962"/>
          </p15:clr>
        </p15:guide>
        <p15:guide id="7" orient="horz" pos="159" userDrawn="1">
          <p15:clr>
            <a:srgbClr val="E46962"/>
          </p15:clr>
        </p15:guide>
        <p15:guide id="8" orient="horz" pos="2772" userDrawn="1">
          <p15:clr>
            <a:srgbClr val="E46962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uess The Team Member">
  <p:cSld name="BLANK_1_1_1_1_1_1_1_1_1_1_1_1_1_2">
    <p:bg>
      <p:bgPr>
        <a:solidFill>
          <a:schemeClr val="dk1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26"/>
          <p:cNvGrpSpPr/>
          <p:nvPr/>
        </p:nvGrpSpPr>
        <p:grpSpPr>
          <a:xfrm>
            <a:off x="103050" y="103050"/>
            <a:ext cx="6817325" cy="3765575"/>
            <a:chOff x="103050" y="103050"/>
            <a:chExt cx="6817325" cy="3765575"/>
          </a:xfrm>
        </p:grpSpPr>
        <p:sp>
          <p:nvSpPr>
            <p:cNvPr id="301" name="Google Shape;301;p26"/>
            <p:cNvSpPr/>
            <p:nvPr/>
          </p:nvSpPr>
          <p:spPr>
            <a:xfrm>
              <a:off x="103050" y="103050"/>
              <a:ext cx="5135700" cy="2659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2" name="Google Shape;302;p26"/>
            <p:cNvSpPr/>
            <p:nvPr/>
          </p:nvSpPr>
          <p:spPr>
            <a:xfrm>
              <a:off x="1090775" y="1490525"/>
              <a:ext cx="5829600" cy="2378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03" name="Google Shape;303;p26"/>
          <p:cNvSpPr txBox="1">
            <a:spLocks noGrp="1"/>
          </p:cNvSpPr>
          <p:nvPr>
            <p:ph type="subTitle" idx="1"/>
          </p:nvPr>
        </p:nvSpPr>
        <p:spPr>
          <a:xfrm>
            <a:off x="252600" y="1199800"/>
            <a:ext cx="2881500" cy="8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04" name="Google Shape;304;p26"/>
          <p:cNvSpPr txBox="1">
            <a:spLocks noGrp="1"/>
          </p:cNvSpPr>
          <p:nvPr>
            <p:ph type="title"/>
          </p:nvPr>
        </p:nvSpPr>
        <p:spPr>
          <a:xfrm>
            <a:off x="229190" y="147681"/>
            <a:ext cx="4216200" cy="86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orient="horz" pos="468" userDrawn="1">
          <p15:clr>
            <a:srgbClr val="E46962"/>
          </p15:clr>
        </p15:guide>
        <p15:guide id="3" orient="horz" pos="3081" userDrawn="1">
          <p15:clr>
            <a:srgbClr val="E46962"/>
          </p15:clr>
        </p15:guide>
        <p15:guide id="4" pos="560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pos="159" userDrawn="1">
          <p15:clr>
            <a:srgbClr val="E46962"/>
          </p15:clr>
        </p15:guide>
        <p15:guide id="7" orient="horz" pos="159" userDrawn="1">
          <p15:clr>
            <a:srgbClr val="E46962"/>
          </p15:clr>
        </p15:guide>
        <p15:guide id="8" orient="horz" pos="2772" userDrawn="1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rt Attack">
  <p:cSld name="TITLE_1_1_5">
    <p:bg>
      <p:bgPr>
        <a:solidFill>
          <a:schemeClr val="accent4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6" name="Google Shape;306;p27"/>
          <p:cNvGrpSpPr/>
          <p:nvPr/>
        </p:nvGrpSpPr>
        <p:grpSpPr>
          <a:xfrm>
            <a:off x="0" y="0"/>
            <a:ext cx="9143999" cy="5143500"/>
            <a:chOff x="0" y="0"/>
            <a:chExt cx="9143999" cy="5143500"/>
          </a:xfrm>
        </p:grpSpPr>
        <p:sp>
          <p:nvSpPr>
            <p:cNvPr id="307" name="Google Shape;307;p27"/>
            <p:cNvSpPr/>
            <p:nvPr/>
          </p:nvSpPr>
          <p:spPr>
            <a:xfrm>
              <a:off x="0" y="0"/>
              <a:ext cx="103049" cy="5143489"/>
            </a:xfrm>
            <a:custGeom>
              <a:avLst/>
              <a:gdLst/>
              <a:ahLst/>
              <a:cxnLst/>
              <a:rect l="l" t="t" r="r" b="b"/>
              <a:pathLst>
                <a:path w="3540" h="143904" extrusionOk="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9040950" y="0"/>
              <a:ext cx="103049" cy="5143489"/>
            </a:xfrm>
            <a:custGeom>
              <a:avLst/>
              <a:gdLst/>
              <a:ahLst/>
              <a:cxnLst/>
              <a:rect l="l" t="t" r="r" b="b"/>
              <a:pathLst>
                <a:path w="3540" h="143904" extrusionOk="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 rot="5400000">
              <a:off x="4519005" y="-4518866"/>
              <a:ext cx="103049" cy="9140782"/>
            </a:xfrm>
            <a:custGeom>
              <a:avLst/>
              <a:gdLst/>
              <a:ahLst/>
              <a:cxnLst/>
              <a:rect l="l" t="t" r="r" b="b"/>
              <a:pathLst>
                <a:path w="3540" h="143904" extrusionOk="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 rot="5400000">
              <a:off x="4520468" y="521584"/>
              <a:ext cx="103049" cy="9140782"/>
            </a:xfrm>
            <a:custGeom>
              <a:avLst/>
              <a:gdLst/>
              <a:ahLst/>
              <a:cxnLst/>
              <a:rect l="l" t="t" r="r" b="b"/>
              <a:pathLst>
                <a:path w="3540" h="143904" extrusionOk="0">
                  <a:moveTo>
                    <a:pt x="0" y="1"/>
                  </a:moveTo>
                  <a:lnTo>
                    <a:pt x="0" y="143903"/>
                  </a:lnTo>
                  <a:lnTo>
                    <a:pt x="3540" y="143903"/>
                  </a:lnTo>
                  <a:lnTo>
                    <a:pt x="35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11" name="Google Shape;311;p27"/>
          <p:cNvSpPr>
            <a:spLocks noGrp="1"/>
          </p:cNvSpPr>
          <p:nvPr>
            <p:ph type="pic" idx="2"/>
          </p:nvPr>
        </p:nvSpPr>
        <p:spPr>
          <a:xfrm>
            <a:off x="3553675" y="3509450"/>
            <a:ext cx="1941000" cy="1313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p27"/>
          <p:cNvSpPr txBox="1">
            <a:spLocks noGrp="1"/>
          </p:cNvSpPr>
          <p:nvPr>
            <p:ph type="title"/>
          </p:nvPr>
        </p:nvSpPr>
        <p:spPr>
          <a:xfrm>
            <a:off x="236975" y="223878"/>
            <a:ext cx="4216200" cy="50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00"/>
              <a:buFont typeface="Space Grotesk"/>
              <a:buNone/>
              <a:defRPr sz="35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900"/>
              <a:buFont typeface="Space Grotesk Medium"/>
              <a:buNone/>
              <a:defRPr sz="3900"/>
            </a:lvl9pPr>
          </a:lstStyle>
          <a:p>
            <a:endParaRPr/>
          </a:p>
        </p:txBody>
      </p:sp>
      <p:sp>
        <p:nvSpPr>
          <p:cNvPr id="313" name="Google Shape;313;p27"/>
          <p:cNvSpPr>
            <a:spLocks noGrp="1"/>
          </p:cNvSpPr>
          <p:nvPr>
            <p:ph type="pic" idx="3"/>
          </p:nvPr>
        </p:nvSpPr>
        <p:spPr>
          <a:xfrm>
            <a:off x="6699200" y="904175"/>
            <a:ext cx="1909200" cy="119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27"/>
          <p:cNvSpPr>
            <a:spLocks noGrp="1"/>
          </p:cNvSpPr>
          <p:nvPr>
            <p:ph type="pic" idx="4"/>
          </p:nvPr>
        </p:nvSpPr>
        <p:spPr>
          <a:xfrm>
            <a:off x="5673725" y="2267525"/>
            <a:ext cx="2935200" cy="243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27"/>
          <p:cNvSpPr>
            <a:spLocks noGrp="1"/>
          </p:cNvSpPr>
          <p:nvPr>
            <p:ph type="pic" idx="5"/>
          </p:nvPr>
        </p:nvSpPr>
        <p:spPr>
          <a:xfrm>
            <a:off x="252425" y="2015900"/>
            <a:ext cx="3080100" cy="2875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6" name="Google Shape;316;p27"/>
          <p:cNvSpPr/>
          <p:nvPr/>
        </p:nvSpPr>
        <p:spPr>
          <a:xfrm>
            <a:off x="5673400" y="2267525"/>
            <a:ext cx="2935200" cy="2433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Space Grotesk Medium"/>
              <a:ea typeface="Space Grotesk Medium"/>
              <a:cs typeface="Space Grotesk Medium"/>
              <a:sym typeface="Space Grotesk Medium"/>
            </a:endParaRPr>
          </a:p>
        </p:txBody>
      </p:sp>
      <p:sp>
        <p:nvSpPr>
          <p:cNvPr id="317" name="Google Shape;317;p27"/>
          <p:cNvSpPr>
            <a:spLocks noGrp="1"/>
          </p:cNvSpPr>
          <p:nvPr>
            <p:ph type="pic" idx="6"/>
          </p:nvPr>
        </p:nvSpPr>
        <p:spPr>
          <a:xfrm>
            <a:off x="4838963" y="1797550"/>
            <a:ext cx="1740900" cy="11919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p27"/>
          <p:cNvSpPr>
            <a:spLocks noGrp="1"/>
          </p:cNvSpPr>
          <p:nvPr>
            <p:ph type="pic" idx="7"/>
          </p:nvPr>
        </p:nvSpPr>
        <p:spPr>
          <a:xfrm>
            <a:off x="2991500" y="904174"/>
            <a:ext cx="1721700" cy="2475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9" name="Google Shape;319;p27"/>
          <p:cNvSpPr>
            <a:spLocks noGrp="1"/>
          </p:cNvSpPr>
          <p:nvPr>
            <p:ph type="pic" idx="8"/>
          </p:nvPr>
        </p:nvSpPr>
        <p:spPr>
          <a:xfrm>
            <a:off x="4848425" y="580600"/>
            <a:ext cx="1721700" cy="10482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0" name="Google Shape;320;p27"/>
          <p:cNvSpPr txBox="1">
            <a:spLocks noGrp="1"/>
          </p:cNvSpPr>
          <p:nvPr>
            <p:ph type="subTitle" idx="1"/>
          </p:nvPr>
        </p:nvSpPr>
        <p:spPr>
          <a:xfrm>
            <a:off x="252600" y="743700"/>
            <a:ext cx="2675700" cy="10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orient="horz" pos="468" userDrawn="1">
          <p15:clr>
            <a:srgbClr val="E46962"/>
          </p15:clr>
        </p15:guide>
        <p15:guide id="3" pos="5601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orient="horz" pos="2772" userDrawn="1">
          <p15:clr>
            <a:srgbClr val="E46962"/>
          </p15:clr>
        </p15:guide>
        <p15:guide id="6" pos="5292" userDrawn="1">
          <p15:clr>
            <a:srgbClr val="E46962"/>
          </p15:clr>
        </p15:guide>
        <p15:guide id="7" pos="159" userDrawn="1">
          <p15:clr>
            <a:srgbClr val="E46962"/>
          </p15:clr>
        </p15:guide>
        <p15:guide id="8" orient="horz" pos="159" userDrawn="1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ks">
  <p:cSld name="BLANK_1_1_1_1_1_1_1_1_1_1_1_3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8"/>
          <p:cNvSpPr txBox="1">
            <a:spLocks noGrp="1"/>
          </p:cNvSpPr>
          <p:nvPr>
            <p:ph type="title"/>
          </p:nvPr>
        </p:nvSpPr>
        <p:spPr>
          <a:xfrm>
            <a:off x="242375" y="530828"/>
            <a:ext cx="3576600" cy="378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323" name="Google Shape;323;p28"/>
          <p:cNvSpPr txBox="1">
            <a:spLocks noGrp="1"/>
          </p:cNvSpPr>
          <p:nvPr>
            <p:ph type="title" idx="2"/>
          </p:nvPr>
        </p:nvSpPr>
        <p:spPr>
          <a:xfrm>
            <a:off x="236891" y="203879"/>
            <a:ext cx="6480300" cy="21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grpSp>
        <p:nvGrpSpPr>
          <p:cNvPr id="324" name="Google Shape;324;p28"/>
          <p:cNvGrpSpPr/>
          <p:nvPr/>
        </p:nvGrpSpPr>
        <p:grpSpPr>
          <a:xfrm>
            <a:off x="-7338" y="1654487"/>
            <a:ext cx="9150854" cy="3491662"/>
            <a:chOff x="7059712" y="1295828"/>
            <a:chExt cx="2075400" cy="3601137"/>
          </a:xfrm>
        </p:grpSpPr>
        <p:sp>
          <p:nvSpPr>
            <p:cNvPr id="325" name="Google Shape;325;p28"/>
            <p:cNvSpPr/>
            <p:nvPr/>
          </p:nvSpPr>
          <p:spPr>
            <a:xfrm rot="-5400000">
              <a:off x="8683846" y="1589228"/>
              <a:ext cx="744600" cy="1578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6" name="Google Shape;326;p28"/>
            <p:cNvSpPr/>
            <p:nvPr/>
          </p:nvSpPr>
          <p:spPr>
            <a:xfrm rot="-5400000">
              <a:off x="7635137" y="2417525"/>
              <a:ext cx="511500" cy="16602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7061153" y="2040415"/>
              <a:ext cx="1919400" cy="1052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8" name="Google Shape;328;p28"/>
            <p:cNvSpPr/>
            <p:nvPr/>
          </p:nvSpPr>
          <p:spPr>
            <a:xfrm rot="-5400000">
              <a:off x="7624952" y="3629915"/>
              <a:ext cx="703500" cy="1830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29" name="Google Shape;329;p28"/>
            <p:cNvSpPr/>
            <p:nvPr/>
          </p:nvSpPr>
          <p:spPr>
            <a:xfrm rot="-5400000">
              <a:off x="7696912" y="2785540"/>
              <a:ext cx="801000" cy="20754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30" name="Google Shape;330;p28"/>
          <p:cNvSpPr txBox="1">
            <a:spLocks noGrp="1"/>
          </p:cNvSpPr>
          <p:nvPr>
            <p:ph type="subTitle" idx="1"/>
          </p:nvPr>
        </p:nvSpPr>
        <p:spPr>
          <a:xfrm>
            <a:off x="246850" y="2620050"/>
            <a:ext cx="6911700" cy="2271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 u="sng"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 userDrawn="1">
          <p15:clr>
            <a:srgbClr val="E46962"/>
          </p15:clr>
        </p15:guide>
        <p15:guide id="2" orient="horz" pos="3081" userDrawn="1">
          <p15:clr>
            <a:srgbClr val="E46962"/>
          </p15:clr>
        </p15:guide>
        <p15:guide id="3" pos="454" userDrawn="1">
          <p15:clr>
            <a:srgbClr val="E46962"/>
          </p15:clr>
        </p15:guide>
        <p15:guide id="4" pos="560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pos="159" userDrawn="1">
          <p15:clr>
            <a:srgbClr val="E46962"/>
          </p15:clr>
        </p15:guide>
        <p15:guide id="7" orient="horz" pos="159" userDrawn="1">
          <p15:clr>
            <a:srgbClr val="E46962"/>
          </p15:clr>
        </p15:guide>
        <p15:guide id="8" orient="horz" pos="2772" userDrawn="1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List">
  <p:cSld name="BLANK_1_1_1_1_1_1_1_1_1_1_1_2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29"/>
          <p:cNvPicPr preferRelativeResize="0"/>
          <p:nvPr/>
        </p:nvPicPr>
        <p:blipFill rotWithShape="1">
          <a:blip r:embed="rId2">
            <a:alphaModFix/>
          </a:blip>
          <a:srcRect l="72419" t="25661" b="48373"/>
          <a:stretch/>
        </p:blipFill>
        <p:spPr>
          <a:xfrm>
            <a:off x="8451297" y="282525"/>
            <a:ext cx="305451" cy="28757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9"/>
          <p:cNvSpPr txBox="1">
            <a:spLocks noGrp="1"/>
          </p:cNvSpPr>
          <p:nvPr>
            <p:ph type="subTitle" idx="1"/>
          </p:nvPr>
        </p:nvSpPr>
        <p:spPr>
          <a:xfrm>
            <a:off x="246850" y="2493274"/>
            <a:ext cx="2781000" cy="35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2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>
            <a:endParaRPr/>
          </a:p>
        </p:txBody>
      </p:sp>
      <p:sp>
        <p:nvSpPr>
          <p:cNvPr id="334" name="Google Shape;334;p29"/>
          <p:cNvSpPr txBox="1">
            <a:spLocks noGrp="1"/>
          </p:cNvSpPr>
          <p:nvPr>
            <p:ph type="subTitle" idx="2"/>
          </p:nvPr>
        </p:nvSpPr>
        <p:spPr>
          <a:xfrm>
            <a:off x="246850" y="2938475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35" name="Google Shape;335;p29"/>
          <p:cNvSpPr txBox="1">
            <a:spLocks noGrp="1"/>
          </p:cNvSpPr>
          <p:nvPr>
            <p:ph type="subTitle" idx="3"/>
          </p:nvPr>
        </p:nvSpPr>
        <p:spPr>
          <a:xfrm>
            <a:off x="246850" y="3101490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336" name="Google Shape;336;p29"/>
          <p:cNvSpPr txBox="1">
            <a:spLocks noGrp="1"/>
          </p:cNvSpPr>
          <p:nvPr>
            <p:ph type="subTitle" idx="4"/>
          </p:nvPr>
        </p:nvSpPr>
        <p:spPr>
          <a:xfrm>
            <a:off x="3135975" y="2493274"/>
            <a:ext cx="2781000" cy="35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4"/>
                </a:highlight>
              </a:defRPr>
            </a:lvl9pPr>
          </a:lstStyle>
          <a:p>
            <a:endParaRPr/>
          </a:p>
        </p:txBody>
      </p:sp>
      <p:sp>
        <p:nvSpPr>
          <p:cNvPr id="337" name="Google Shape;337;p29"/>
          <p:cNvSpPr txBox="1">
            <a:spLocks noGrp="1"/>
          </p:cNvSpPr>
          <p:nvPr>
            <p:ph type="subTitle" idx="5"/>
          </p:nvPr>
        </p:nvSpPr>
        <p:spPr>
          <a:xfrm>
            <a:off x="3135975" y="4097621"/>
            <a:ext cx="2781000" cy="354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>
                <a:highlight>
                  <a:schemeClr val="accent5"/>
                </a:highlight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Font typeface="Space Grotesk"/>
              <a:buNone/>
              <a:defRPr sz="1500"/>
            </a:lvl9pPr>
          </a:lstStyle>
          <a:p>
            <a:endParaRPr/>
          </a:p>
        </p:txBody>
      </p:sp>
      <p:sp>
        <p:nvSpPr>
          <p:cNvPr id="338" name="Google Shape;338;p29"/>
          <p:cNvSpPr txBox="1">
            <a:spLocks noGrp="1"/>
          </p:cNvSpPr>
          <p:nvPr>
            <p:ph type="title"/>
          </p:nvPr>
        </p:nvSpPr>
        <p:spPr>
          <a:xfrm>
            <a:off x="237641" y="203879"/>
            <a:ext cx="6480300" cy="212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15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29"/>
          <p:cNvSpPr txBox="1">
            <a:spLocks noGrp="1"/>
          </p:cNvSpPr>
          <p:nvPr>
            <p:ph type="subTitle" idx="6"/>
          </p:nvPr>
        </p:nvSpPr>
        <p:spPr>
          <a:xfrm>
            <a:off x="246850" y="3513916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40" name="Google Shape;340;p29"/>
          <p:cNvSpPr txBox="1">
            <a:spLocks noGrp="1"/>
          </p:cNvSpPr>
          <p:nvPr>
            <p:ph type="subTitle" idx="7"/>
          </p:nvPr>
        </p:nvSpPr>
        <p:spPr>
          <a:xfrm>
            <a:off x="246850" y="3676931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341" name="Google Shape;341;p29"/>
          <p:cNvSpPr txBox="1">
            <a:spLocks noGrp="1"/>
          </p:cNvSpPr>
          <p:nvPr>
            <p:ph type="subTitle" idx="8"/>
          </p:nvPr>
        </p:nvSpPr>
        <p:spPr>
          <a:xfrm>
            <a:off x="246850" y="4098291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42" name="Google Shape;342;p29"/>
          <p:cNvSpPr txBox="1">
            <a:spLocks noGrp="1"/>
          </p:cNvSpPr>
          <p:nvPr>
            <p:ph type="subTitle" idx="9"/>
          </p:nvPr>
        </p:nvSpPr>
        <p:spPr>
          <a:xfrm>
            <a:off x="246850" y="4261306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343" name="Google Shape;343;p29"/>
          <p:cNvSpPr txBox="1">
            <a:spLocks noGrp="1"/>
          </p:cNvSpPr>
          <p:nvPr>
            <p:ph type="subTitle" idx="13"/>
          </p:nvPr>
        </p:nvSpPr>
        <p:spPr>
          <a:xfrm>
            <a:off x="3135975" y="2938475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44" name="Google Shape;344;p29"/>
          <p:cNvSpPr txBox="1">
            <a:spLocks noGrp="1"/>
          </p:cNvSpPr>
          <p:nvPr>
            <p:ph type="subTitle" idx="14"/>
          </p:nvPr>
        </p:nvSpPr>
        <p:spPr>
          <a:xfrm>
            <a:off x="3135975" y="3101490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345" name="Google Shape;345;p29"/>
          <p:cNvSpPr txBox="1">
            <a:spLocks noGrp="1"/>
          </p:cNvSpPr>
          <p:nvPr>
            <p:ph type="subTitle" idx="15"/>
          </p:nvPr>
        </p:nvSpPr>
        <p:spPr>
          <a:xfrm>
            <a:off x="3135975" y="3513916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46" name="Google Shape;346;p29"/>
          <p:cNvSpPr txBox="1">
            <a:spLocks noGrp="1"/>
          </p:cNvSpPr>
          <p:nvPr>
            <p:ph type="subTitle" idx="16"/>
          </p:nvPr>
        </p:nvSpPr>
        <p:spPr>
          <a:xfrm>
            <a:off x="3135975" y="3676931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  <p:sp>
        <p:nvSpPr>
          <p:cNvPr id="347" name="Google Shape;347;p29"/>
          <p:cNvSpPr txBox="1">
            <a:spLocks noGrp="1"/>
          </p:cNvSpPr>
          <p:nvPr>
            <p:ph type="subTitle" idx="17"/>
          </p:nvPr>
        </p:nvSpPr>
        <p:spPr>
          <a:xfrm>
            <a:off x="3135975" y="4546391"/>
            <a:ext cx="27930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 Medium"/>
              <a:buNone/>
              <a:defRPr sz="10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48" name="Google Shape;348;p29"/>
          <p:cNvSpPr txBox="1">
            <a:spLocks noGrp="1"/>
          </p:cNvSpPr>
          <p:nvPr>
            <p:ph type="subTitle" idx="18"/>
          </p:nvPr>
        </p:nvSpPr>
        <p:spPr>
          <a:xfrm>
            <a:off x="3135975" y="4709406"/>
            <a:ext cx="2695800" cy="18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Font typeface="Space Grotesk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8" userDrawn="1">
          <p15:clr>
            <a:srgbClr val="E46962"/>
          </p15:clr>
        </p15:guide>
        <p15:guide id="2" orient="horz" pos="3081" userDrawn="1">
          <p15:clr>
            <a:srgbClr val="E46962"/>
          </p15:clr>
        </p15:guide>
        <p15:guide id="3" pos="454" userDrawn="1">
          <p15:clr>
            <a:srgbClr val="E46962"/>
          </p15:clr>
        </p15:guide>
        <p15:guide id="4" pos="560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pos="159" userDrawn="1">
          <p15:clr>
            <a:srgbClr val="E46962"/>
          </p15:clr>
        </p15:guide>
        <p15:guide id="7" orient="horz" pos="159" userDrawn="1">
          <p15:clr>
            <a:srgbClr val="E46962"/>
          </p15:clr>
        </p15:guide>
        <p15:guide id="8" orient="horz" pos="2772" userDrawn="1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ext Steps">
  <p:cSld name="BLANK_1_1_1_1_1_1_1_1_1_1_1_1_1_1_1_1_2_1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30"/>
          <p:cNvGrpSpPr/>
          <p:nvPr/>
        </p:nvGrpSpPr>
        <p:grpSpPr>
          <a:xfrm>
            <a:off x="3343784" y="3174433"/>
            <a:ext cx="4804343" cy="1969075"/>
            <a:chOff x="4110075" y="3174500"/>
            <a:chExt cx="4385125" cy="2181075"/>
          </a:xfrm>
        </p:grpSpPr>
        <p:sp>
          <p:nvSpPr>
            <p:cNvPr id="351" name="Google Shape;351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  <p:grpSp>
        <p:nvGrpSpPr>
          <p:cNvPr id="354" name="Google Shape;354;p30"/>
          <p:cNvGrpSpPr/>
          <p:nvPr/>
        </p:nvGrpSpPr>
        <p:grpSpPr>
          <a:xfrm>
            <a:off x="4340393" y="1752191"/>
            <a:ext cx="4804343" cy="1969075"/>
            <a:chOff x="4110075" y="3174500"/>
            <a:chExt cx="4385125" cy="2181075"/>
          </a:xfrm>
        </p:grpSpPr>
        <p:sp>
          <p:nvSpPr>
            <p:cNvPr id="355" name="Google Shape;355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58" name="Google Shape;358;p30"/>
          <p:cNvGrpSpPr/>
          <p:nvPr/>
        </p:nvGrpSpPr>
        <p:grpSpPr>
          <a:xfrm>
            <a:off x="4790942" y="0"/>
            <a:ext cx="4353074" cy="2254435"/>
            <a:chOff x="5469800" y="-26200"/>
            <a:chExt cx="3674100" cy="2368850"/>
          </a:xfrm>
        </p:grpSpPr>
        <p:sp>
          <p:nvSpPr>
            <p:cNvPr id="359" name="Google Shape;359;p30"/>
            <p:cNvSpPr/>
            <p:nvPr/>
          </p:nvSpPr>
          <p:spPr>
            <a:xfrm>
              <a:off x="5701100" y="1018750"/>
              <a:ext cx="3442800" cy="13239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5469800" y="-26200"/>
              <a:ext cx="3674100" cy="19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grpSp>
        <p:nvGrpSpPr>
          <p:cNvPr id="361" name="Google Shape;361;p30"/>
          <p:cNvGrpSpPr/>
          <p:nvPr/>
        </p:nvGrpSpPr>
        <p:grpSpPr>
          <a:xfrm>
            <a:off x="4340407" y="3174433"/>
            <a:ext cx="4804343" cy="1969075"/>
            <a:chOff x="4110075" y="3174500"/>
            <a:chExt cx="4385125" cy="2181075"/>
          </a:xfrm>
        </p:grpSpPr>
        <p:sp>
          <p:nvSpPr>
            <p:cNvPr id="362" name="Google Shape;362;p30"/>
            <p:cNvSpPr/>
            <p:nvPr/>
          </p:nvSpPr>
          <p:spPr>
            <a:xfrm>
              <a:off x="5326300" y="4270475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3" name="Google Shape;363;p30"/>
            <p:cNvSpPr/>
            <p:nvPr/>
          </p:nvSpPr>
          <p:spPr>
            <a:xfrm>
              <a:off x="4707825" y="36987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4110075" y="3174500"/>
              <a:ext cx="3168900" cy="1085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65" name="Google Shape;365;p30"/>
          <p:cNvSpPr txBox="1">
            <a:spLocks noGrp="1"/>
          </p:cNvSpPr>
          <p:nvPr>
            <p:ph type="subTitle" idx="1"/>
          </p:nvPr>
        </p:nvSpPr>
        <p:spPr>
          <a:xfrm>
            <a:off x="5619076" y="1752200"/>
            <a:ext cx="2247600" cy="50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66" name="Google Shape;366;p30"/>
          <p:cNvSpPr txBox="1">
            <a:spLocks noGrp="1"/>
          </p:cNvSpPr>
          <p:nvPr>
            <p:ph type="subTitle" idx="2"/>
          </p:nvPr>
        </p:nvSpPr>
        <p:spPr>
          <a:xfrm>
            <a:off x="5619076" y="2971501"/>
            <a:ext cx="2291400" cy="486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67" name="Google Shape;367;p30"/>
          <p:cNvSpPr txBox="1">
            <a:spLocks noGrp="1"/>
          </p:cNvSpPr>
          <p:nvPr>
            <p:ph type="subTitle" idx="3"/>
          </p:nvPr>
        </p:nvSpPr>
        <p:spPr>
          <a:xfrm>
            <a:off x="5619076" y="603850"/>
            <a:ext cx="2291400" cy="50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68" name="Google Shape;368;p30"/>
          <p:cNvSpPr txBox="1">
            <a:spLocks noGrp="1"/>
          </p:cNvSpPr>
          <p:nvPr>
            <p:ph type="subTitle" idx="4"/>
          </p:nvPr>
        </p:nvSpPr>
        <p:spPr>
          <a:xfrm>
            <a:off x="5619076" y="2339999"/>
            <a:ext cx="2436300" cy="4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69" name="Google Shape;369;p30"/>
          <p:cNvSpPr txBox="1">
            <a:spLocks noGrp="1"/>
          </p:cNvSpPr>
          <p:nvPr>
            <p:ph type="subTitle" idx="5"/>
          </p:nvPr>
        </p:nvSpPr>
        <p:spPr>
          <a:xfrm>
            <a:off x="5619076" y="1179625"/>
            <a:ext cx="2436300" cy="4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70" name="Google Shape;370;p30"/>
          <p:cNvSpPr txBox="1">
            <a:spLocks noGrp="1"/>
          </p:cNvSpPr>
          <p:nvPr>
            <p:ph type="subTitle" idx="6"/>
          </p:nvPr>
        </p:nvSpPr>
        <p:spPr>
          <a:xfrm>
            <a:off x="5619076" y="3518350"/>
            <a:ext cx="2436300" cy="4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Space Grotesk Medium"/>
              <a:buNone/>
              <a:defRPr sz="1200"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  <p:sp>
        <p:nvSpPr>
          <p:cNvPr id="371" name="Google Shape;371;p30"/>
          <p:cNvSpPr txBox="1">
            <a:spLocks noGrp="1"/>
          </p:cNvSpPr>
          <p:nvPr>
            <p:ph type="title"/>
          </p:nvPr>
        </p:nvSpPr>
        <p:spPr>
          <a:xfrm>
            <a:off x="743700" y="743700"/>
            <a:ext cx="4686000" cy="183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pos="5601" userDrawn="1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pos="5292" userDrawn="1">
          <p15:clr>
            <a:srgbClr val="E46962"/>
          </p15:clr>
        </p15:guide>
        <p15:guide id="6" pos="159" userDrawn="1">
          <p15:clr>
            <a:srgbClr val="E46962"/>
          </p15:clr>
        </p15:guide>
        <p15:guide id="7" orient="horz" pos="159" userDrawn="1">
          <p15:clr>
            <a:srgbClr val="E46962"/>
          </p15:clr>
        </p15:guide>
        <p15:guide id="8" orient="horz" pos="2772" userDrawn="1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- Alt 1">
  <p:cSld name="BLANK_1_1_1_1_1_1_2">
    <p:bg>
      <p:bgPr>
        <a:solidFill>
          <a:schemeClr val="accent2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31"/>
          <p:cNvGrpSpPr/>
          <p:nvPr/>
        </p:nvGrpSpPr>
        <p:grpSpPr>
          <a:xfrm>
            <a:off x="2337800" y="-3225"/>
            <a:ext cx="6806000" cy="5187625"/>
            <a:chOff x="2337800" y="-3225"/>
            <a:chExt cx="6806000" cy="5187625"/>
          </a:xfrm>
        </p:grpSpPr>
        <p:sp>
          <p:nvSpPr>
            <p:cNvPr id="374" name="Google Shape;374;p31"/>
            <p:cNvSpPr/>
            <p:nvPr/>
          </p:nvSpPr>
          <p:spPr>
            <a:xfrm>
              <a:off x="4521450" y="1439175"/>
              <a:ext cx="4018800" cy="90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3555075" y="2289675"/>
              <a:ext cx="3597000" cy="1442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5626900" y="-3225"/>
              <a:ext cx="3516900" cy="18369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2337800" y="3695800"/>
              <a:ext cx="3597000" cy="1488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</p:grpSp>
      <p:sp>
        <p:nvSpPr>
          <p:cNvPr id="378" name="Google Shape;378;p31"/>
          <p:cNvSpPr txBox="1">
            <a:spLocks noGrp="1"/>
          </p:cNvSpPr>
          <p:nvPr>
            <p:ph type="title"/>
          </p:nvPr>
        </p:nvSpPr>
        <p:spPr>
          <a:xfrm>
            <a:off x="743700" y="743700"/>
            <a:ext cx="4299000" cy="1792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7700"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900"/>
            </a:lvl9pPr>
          </a:lstStyle>
          <a:p>
            <a:endParaRPr/>
          </a:p>
        </p:txBody>
      </p:sp>
      <p:sp>
        <p:nvSpPr>
          <p:cNvPr id="379" name="Google Shape;379;p31"/>
          <p:cNvSpPr txBox="1">
            <a:spLocks noGrp="1"/>
          </p:cNvSpPr>
          <p:nvPr>
            <p:ph type="title" idx="2"/>
          </p:nvPr>
        </p:nvSpPr>
        <p:spPr>
          <a:xfrm>
            <a:off x="3872475" y="2694025"/>
            <a:ext cx="2962200" cy="170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Font typeface="Space Grotesk Medium"/>
              <a:buNone/>
              <a:defRPr sz="1500"/>
            </a:lvl9pPr>
          </a:lstStyle>
          <a:p>
            <a:endParaRPr/>
          </a:p>
        </p:txBody>
      </p:sp>
      <p:pic>
        <p:nvPicPr>
          <p:cNvPr id="380" name="Google Shape;380;p31"/>
          <p:cNvPicPr preferRelativeResize="0"/>
          <p:nvPr/>
        </p:nvPicPr>
        <p:blipFill rotWithShape="1">
          <a:blip r:embed="rId2">
            <a:alphaModFix/>
          </a:blip>
          <a:srcRect l="8383" t="26262" r="59409" b="47660"/>
          <a:stretch/>
        </p:blipFill>
        <p:spPr>
          <a:xfrm>
            <a:off x="642782" y="42710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1"/>
          <p:cNvPicPr preferRelativeResize="0"/>
          <p:nvPr/>
        </p:nvPicPr>
        <p:blipFill rotWithShape="1">
          <a:blip r:embed="rId2">
            <a:alphaModFix/>
          </a:blip>
          <a:srcRect l="8383" t="26262" r="59409" b="47660"/>
          <a:stretch/>
        </p:blipFill>
        <p:spPr>
          <a:xfrm>
            <a:off x="7688117" y="41646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1"/>
          <p:cNvPicPr preferRelativeResize="0"/>
          <p:nvPr/>
        </p:nvPicPr>
        <p:blipFill rotWithShape="1">
          <a:blip r:embed="rId2">
            <a:alphaModFix/>
          </a:blip>
          <a:srcRect l="8383" t="26262" r="59409" b="47660"/>
          <a:stretch/>
        </p:blipFill>
        <p:spPr>
          <a:xfrm>
            <a:off x="7972601" y="3033048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1"/>
          <p:cNvPicPr preferRelativeResize="0"/>
          <p:nvPr/>
        </p:nvPicPr>
        <p:blipFill rotWithShape="1">
          <a:blip r:embed="rId2">
            <a:alphaModFix/>
          </a:blip>
          <a:srcRect l="8383" t="26262" r="59409" b="47660"/>
          <a:stretch/>
        </p:blipFill>
        <p:spPr>
          <a:xfrm>
            <a:off x="4521457" y="445923"/>
            <a:ext cx="201843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1"/>
          <p:cNvPicPr preferRelativeResize="0"/>
          <p:nvPr/>
        </p:nvPicPr>
        <p:blipFill rotWithShape="1">
          <a:blip r:embed="rId3">
            <a:alphaModFix/>
          </a:blip>
          <a:srcRect l="6521" r="6521"/>
          <a:stretch/>
        </p:blipFill>
        <p:spPr>
          <a:xfrm>
            <a:off x="7284429" y="43997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1"/>
          <p:cNvPicPr preferRelativeResize="0"/>
          <p:nvPr/>
        </p:nvPicPr>
        <p:blipFill rotWithShape="1">
          <a:blip r:embed="rId3">
            <a:alphaModFix/>
          </a:blip>
          <a:srcRect l="6521" r="6521"/>
          <a:stretch/>
        </p:blipFill>
        <p:spPr>
          <a:xfrm>
            <a:off x="3555079" y="18336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1"/>
          <p:cNvPicPr preferRelativeResize="0"/>
          <p:nvPr/>
        </p:nvPicPr>
        <p:blipFill rotWithShape="1">
          <a:blip r:embed="rId4">
            <a:alphaModFix/>
          </a:blip>
          <a:srcRect l="6521" r="6521"/>
          <a:stretch/>
        </p:blipFill>
        <p:spPr>
          <a:xfrm>
            <a:off x="3171717" y="4206373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1"/>
          <p:cNvPicPr preferRelativeResize="0"/>
          <p:nvPr/>
        </p:nvPicPr>
        <p:blipFill rotWithShape="1">
          <a:blip r:embed="rId4">
            <a:alphaModFix/>
          </a:blip>
          <a:srcRect l="6521" r="6521"/>
          <a:stretch/>
        </p:blipFill>
        <p:spPr>
          <a:xfrm>
            <a:off x="6834679" y="504998"/>
            <a:ext cx="201844" cy="1634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1"/>
          <p:cNvPicPr preferRelativeResize="0"/>
          <p:nvPr/>
        </p:nvPicPr>
        <p:blipFill rotWithShape="1">
          <a:blip r:embed="rId3">
            <a:alphaModFix/>
          </a:blip>
          <a:srcRect l="6521" r="6521"/>
          <a:stretch/>
        </p:blipFill>
        <p:spPr>
          <a:xfrm>
            <a:off x="1392254" y="3161673"/>
            <a:ext cx="201844" cy="1634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31"/>
          <p:cNvGrpSpPr/>
          <p:nvPr/>
        </p:nvGrpSpPr>
        <p:grpSpPr>
          <a:xfrm>
            <a:off x="7517552" y="1728897"/>
            <a:ext cx="139297" cy="110523"/>
            <a:chOff x="2601950" y="1974675"/>
            <a:chExt cx="2474200" cy="1963100"/>
          </a:xfrm>
        </p:grpSpPr>
        <p:sp>
          <p:nvSpPr>
            <p:cNvPr id="390" name="Google Shape;390;p31"/>
            <p:cNvSpPr/>
            <p:nvPr/>
          </p:nvSpPr>
          <p:spPr>
            <a:xfrm>
              <a:off x="2601950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4454675" y="1974675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9"/>
                  </a:lnTo>
                  <a:lnTo>
                    <a:pt x="24858" y="24859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2" name="Google Shape;392;p31"/>
            <p:cNvSpPr/>
            <p:nvPr/>
          </p:nvSpPr>
          <p:spPr>
            <a:xfrm>
              <a:off x="2601950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3" name="Google Shape;393;p31"/>
            <p:cNvSpPr/>
            <p:nvPr/>
          </p:nvSpPr>
          <p:spPr>
            <a:xfrm>
              <a:off x="2811025" y="3107225"/>
              <a:ext cx="615675" cy="615675"/>
            </a:xfrm>
            <a:custGeom>
              <a:avLst/>
              <a:gdLst/>
              <a:ahLst/>
              <a:cxnLst/>
              <a:rect l="l" t="t" r="r" b="b"/>
              <a:pathLst>
                <a:path w="24627" h="24627" extrusionOk="0">
                  <a:moveTo>
                    <a:pt x="1" y="1"/>
                  </a:moveTo>
                  <a:lnTo>
                    <a:pt x="1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4" name="Google Shape;394;p31"/>
            <p:cNvSpPr/>
            <p:nvPr/>
          </p:nvSpPr>
          <p:spPr>
            <a:xfrm>
              <a:off x="3008500" y="3316325"/>
              <a:ext cx="1759825" cy="621450"/>
            </a:xfrm>
            <a:custGeom>
              <a:avLst/>
              <a:gdLst/>
              <a:ahLst/>
              <a:cxnLst/>
              <a:rect l="l" t="t" r="r" b="b"/>
              <a:pathLst>
                <a:path w="70393" h="24858" extrusionOk="0">
                  <a:moveTo>
                    <a:pt x="0" y="0"/>
                  </a:moveTo>
                  <a:lnTo>
                    <a:pt x="0" y="24858"/>
                  </a:lnTo>
                  <a:lnTo>
                    <a:pt x="70392" y="24858"/>
                  </a:lnTo>
                  <a:lnTo>
                    <a:pt x="7039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5" name="Google Shape;395;p31"/>
            <p:cNvSpPr/>
            <p:nvPr/>
          </p:nvSpPr>
          <p:spPr>
            <a:xfrm>
              <a:off x="4251400" y="3107225"/>
              <a:ext cx="615650" cy="615675"/>
            </a:xfrm>
            <a:custGeom>
              <a:avLst/>
              <a:gdLst/>
              <a:ahLst/>
              <a:cxnLst/>
              <a:rect l="l" t="t" r="r" b="b"/>
              <a:pathLst>
                <a:path w="24626" h="24627" extrusionOk="0">
                  <a:moveTo>
                    <a:pt x="0" y="1"/>
                  </a:moveTo>
                  <a:lnTo>
                    <a:pt x="0" y="24626"/>
                  </a:lnTo>
                  <a:lnTo>
                    <a:pt x="24626" y="24626"/>
                  </a:lnTo>
                  <a:lnTo>
                    <a:pt x="246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  <p:sp>
          <p:nvSpPr>
            <p:cNvPr id="396" name="Google Shape;396;p31"/>
            <p:cNvSpPr/>
            <p:nvPr/>
          </p:nvSpPr>
          <p:spPr>
            <a:xfrm>
              <a:off x="4454675" y="2903950"/>
              <a:ext cx="621475" cy="621475"/>
            </a:xfrm>
            <a:custGeom>
              <a:avLst/>
              <a:gdLst/>
              <a:ahLst/>
              <a:cxnLst/>
              <a:rect l="l" t="t" r="r" b="b"/>
              <a:pathLst>
                <a:path w="24859" h="24859" extrusionOk="0">
                  <a:moveTo>
                    <a:pt x="0" y="1"/>
                  </a:moveTo>
                  <a:lnTo>
                    <a:pt x="0" y="24858"/>
                  </a:lnTo>
                  <a:lnTo>
                    <a:pt x="24858" y="24858"/>
                  </a:lnTo>
                  <a:lnTo>
                    <a:pt x="248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8" userDrawn="1">
          <p15:clr>
            <a:srgbClr val="E46962"/>
          </p15:clr>
        </p15:guide>
        <p15:guide id="2" pos="5601" userDrawn="1">
          <p15:clr>
            <a:srgbClr val="E46962"/>
          </p15:clr>
        </p15:guide>
        <p15:guide id="3" orient="horz" pos="468" userDrawn="1">
          <p15:clr>
            <a:srgbClr val="E46962"/>
          </p15:clr>
        </p15:guide>
        <p15:guide id="4" orient="horz" pos="3081" userDrawn="1">
          <p15:clr>
            <a:srgbClr val="E46962"/>
          </p15:clr>
        </p15:guide>
        <p15:guide id="5" orient="horz" pos="2772" userDrawn="1">
          <p15:clr>
            <a:srgbClr val="E46962"/>
          </p15:clr>
        </p15:guide>
        <p15:guide id="6" orient="horz" pos="159" userDrawn="1">
          <p15:clr>
            <a:srgbClr val="E46962"/>
          </p15:clr>
        </p15:guide>
        <p15:guide id="7" pos="5292" userDrawn="1">
          <p15:clr>
            <a:srgbClr val="E46962"/>
          </p15:clr>
        </p15:guide>
        <p15:guide id="8" pos="159" userDrawn="1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99" name="Google Shape;399;p3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7" name="Google Shape;40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8" name="Google Shape;408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3" name="Google Shape;413;p3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8" name="Google Shape;418;p3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9" name="Google Shape;419;p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24" name="Google Shape;424;p4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4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29" name="Google Shape;429;p4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0" name="Google Shape;430;p4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1" name="Google Shape;431;p4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2" name="Google Shape;432;p4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33" name="Google Shape;433;p4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7" name="Google Shape;437;p4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0" name="Google Shape;440;p4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1" name="Google Shape;441;p4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2" name="Google Shape;442;p4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3" name="Google Shape;443;p4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6" name="Google Shape;446;p4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7" name="Google Shape;447;p4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48" name="Google Shape;448;p4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49" name="Google Shape;449;p4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0" name="Google Shape;450;p4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1" name="Google Shape;451;p4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4" name="Google Shape;454;p4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5" name="Google Shape;455;p4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6" name="Google Shape;456;p4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7" name="Google Shape;457;p4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58" name="Google Shape;458;p4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59" name="Google Shape;459;p4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0" name="Google Shape;460;p4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461" name="Google Shape;461;p4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4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67" name="Google Shape;467;p4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4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4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0" name="Google Shape;470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4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2" name="Google Shape;472;p4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5" name="Google Shape;475;p5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8" name="Google Shape;478;p5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79" name="Google Shape;479;p5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0" name="Google Shape;480;p5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5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2" name="Google Shape;482;p5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83" name="Google Shape;483;p5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8" name="Google Shape;488;p5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89" name="Google Shape;489;p5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5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1" name="Google Shape;491;p5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2" name="Google Shape;492;p5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3" name="Google Shape;493;p5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5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5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5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 userDrawn="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pace Grotesk"/>
              <a:buChar char="●"/>
              <a:defRPr sz="18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●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○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ace Grotesk"/>
              <a:buChar char="■"/>
              <a:defRPr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ace Grotesk Medium"/>
              <a:buNone/>
              <a:defRPr sz="2800">
                <a:solidFill>
                  <a:schemeClr val="dk1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59" userDrawn="1">
          <p15:clr>
            <a:srgbClr val="E46962"/>
          </p15:clr>
        </p15:guide>
        <p15:guide id="2" orient="horz" pos="171" userDrawn="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53"/>
          <p:cNvSpPr txBox="1">
            <a:spLocks noGrp="1"/>
          </p:cNvSpPr>
          <p:nvPr>
            <p:ph type="title" idx="4"/>
          </p:nvPr>
        </p:nvSpPr>
        <p:spPr>
          <a:xfrm>
            <a:off x="497850" y="272825"/>
            <a:ext cx="8148300" cy="9004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" sz="3900" dirty="0"/>
              <a:t>JavaScript কী এবং কেন ব্যবহার হয়? </a:t>
            </a:r>
            <a:r>
              <a:rPr lang="en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Diary page</a:t>
            </a:r>
            <a:r>
              <a:rPr lang="en" sz="4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 </a:t>
            </a:r>
            <a:r>
              <a:rPr lang="en" sz="2400" b="1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0 1 April</a:t>
            </a:r>
            <a:endParaRPr lang="en-US" sz="88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 dirty="0"/>
          </a:p>
        </p:txBody>
      </p:sp>
      <p:sp>
        <p:nvSpPr>
          <p:cNvPr id="502" name="Google Shape;502;p53"/>
          <p:cNvSpPr txBox="1"/>
          <p:nvPr/>
        </p:nvSpPr>
        <p:spPr>
          <a:xfrm>
            <a:off x="497850" y="1282000"/>
            <a:ext cx="7903200" cy="3586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high-level, interpreted, single-threaded programming language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মূলত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web page-</a:t>
            </a:r>
            <a:r>
              <a:rPr lang="en" sz="1100" dirty="0" err="1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কে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dynamic ও interactive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জন্য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কেন</a:t>
            </a:r>
            <a:r>
              <a:rPr lang="en" sz="13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 </a:t>
            </a:r>
            <a:r>
              <a:rPr lang="en" sz="13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</a:t>
            </a:r>
            <a:r>
              <a:rPr lang="en" sz="13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3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3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?</a:t>
            </a:r>
            <a:endParaRPr sz="13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কারণ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—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Web page-এ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interactivity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আনে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যেমন: button click, form validation, popup, animation ইত্যাদি।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Client-side processing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Server call ছাড়াই browser-এই কাজ সম্পন্ন 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তাই performance ভালো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Backend-এও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ব্যবহার করা যায়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Node.js দিয়ে server-side application তৈরি করা 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Cross-platform language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Browser, mobile app, desktop app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—সব জায়গায় চলে।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Huge ecosystem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আছে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React, Angular, Vue, Express এর মতো powerful framework/library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রয়েছে।</a:t>
            </a:r>
            <a:endParaRPr sz="18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4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 dirty="0"/>
              <a:t>JavaScript engine কী? </a:t>
            </a:r>
            <a:r>
              <a:rPr lang="en" sz="2400" dirty="0"/>
              <a:t>2,4 April , 2, 4 May</a:t>
            </a:r>
            <a:endParaRPr sz="390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 dirty="0"/>
          </a:p>
        </p:txBody>
      </p:sp>
      <p:sp>
        <p:nvSpPr>
          <p:cNvPr id="508" name="Google Shape;508;p54"/>
          <p:cNvSpPr txBox="1"/>
          <p:nvPr/>
        </p:nvSpPr>
        <p:spPr>
          <a:xfrm>
            <a:off x="497850" y="1282000"/>
            <a:ext cx="7903200" cy="369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Engine হলো এমন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program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code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machine-understandable format-এ convert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execute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করে।অর্থাৎ, আমরা যে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JS লিখি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engine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সেটাকে পড়ে 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interpret / compile করে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computer কে দিয়ে কাজ করায়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Engine কীভাবে কাজ করে?</a:t>
            </a:r>
            <a:endParaRPr sz="13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engine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সাধারণত ৩টা ধাপে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কাজ করে: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Parsing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–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কে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Abstract Syntax Tree (AST)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তে convert করে।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Compilation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JIT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–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কে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bytecode বা machine code-এ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রূপান্তর করে দ্রুত চালানোর জন্য।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Execution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–</a:t>
            </a:r>
            <a:b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 Stack, Heap, Event Loop ব্যবহার করে code execute করে।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5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 dirty="0"/>
              <a:t>V8 engine কী? </a:t>
            </a:r>
            <a:r>
              <a:rPr kumimoji="0" lang="en" sz="24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2,4 April , </a:t>
            </a:r>
            <a:r>
              <a:rPr kumimoji="0" lang="en" sz="2400" b="0" i="0" u="sng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2, 4 May</a:t>
            </a:r>
            <a:endParaRPr sz="3900" u="sng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 dirty="0"/>
          </a:p>
        </p:txBody>
      </p:sp>
      <p:sp>
        <p:nvSpPr>
          <p:cNvPr id="514" name="Google Shape;514;p55"/>
          <p:cNvSpPr txBox="1"/>
          <p:nvPr/>
        </p:nvSpPr>
        <p:spPr>
          <a:xfrm>
            <a:off x="497850" y="1282000"/>
            <a:ext cx="7903200" cy="3208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V8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Google তৈরি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high-performance JavaScript engine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যা JavaScript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code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কে খুব দ্রুত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machine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code-এ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convert করে execute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 এটি মূলত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Google Chrome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Node.js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-এ ব্যবহার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V8 Engine কীভাবে কাজ করে?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V8 engine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কাজ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করে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Just-In-Time (JIT) compilation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পদ্ধতিতে।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ধাপগুলো হলো: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code 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parse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করে AST (Abstract Syntax Tree) বানায়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তারপর code 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bytecode-এ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convert 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Frequently used code গুলোকে optimize করে সরাসরি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machine code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বানায়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Garbage collection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দিয়ে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unused memory clear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6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 dirty="0"/>
              <a:t>JS </a:t>
            </a:r>
            <a:r>
              <a:rPr lang="en" sz="3900" dirty="0" err="1"/>
              <a:t>কি</a:t>
            </a:r>
            <a:r>
              <a:rPr lang="en" sz="3900" dirty="0"/>
              <a:t> single-threaded? Explain.</a:t>
            </a:r>
            <a:endParaRPr sz="390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 dirty="0"/>
          </a:p>
        </p:txBody>
      </p:sp>
      <p:sp>
        <p:nvSpPr>
          <p:cNvPr id="520" name="Google Shape;520;p56"/>
          <p:cNvSpPr txBox="1"/>
          <p:nvPr/>
        </p:nvSpPr>
        <p:spPr>
          <a:xfrm>
            <a:off x="497850" y="1282000"/>
            <a:ext cx="7903200" cy="2819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হ্যাঁ, JavaScript একটি single-threaded language — অর্থাৎ একই সময়ে শুধু একটি কাজই execute করতে পারে। তবে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 কাজগুলো JavaScript নিজে করে না; সেগুলো handle করে runtime environment (Browser / Node.js),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Loop, Web APIs এবং Callback Queue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 করে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একাধিক কাজের মতো behaviour তৈরি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JS কীভাবে asynchronous কাজ handle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?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 Stack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সব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synchronous code line-by-line execute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Web APIs / Background Threads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setTimeout, fetch, DOM event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ইত্যাদি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এখানে চলে 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Task / Microtask Queue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 কাজ শেষ হলে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callback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এখানে জমা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Loop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–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 Stack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ফাঁকা হলে Queue থেকে কাজ তুলে এনে execute করে।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7"/>
          <p:cNvSpPr txBox="1">
            <a:spLocks noGrp="1"/>
          </p:cNvSpPr>
          <p:nvPr>
            <p:ph type="title" idx="4"/>
          </p:nvPr>
        </p:nvSpPr>
        <p:spPr>
          <a:xfrm>
            <a:off x="497850" y="710975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 dirty="0"/>
              <a:t>JS data types </a:t>
            </a:r>
            <a:r>
              <a:rPr lang="en" sz="3900" dirty="0" err="1"/>
              <a:t>কয়টি</a:t>
            </a:r>
            <a:r>
              <a:rPr lang="en" sz="3900" dirty="0"/>
              <a:t>?</a:t>
            </a:r>
            <a:endParaRPr sz="3900" dirty="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/>
          </a:p>
        </p:txBody>
      </p:sp>
      <p:sp>
        <p:nvSpPr>
          <p:cNvPr id="526" name="Google Shape;526;p57"/>
          <p:cNvSpPr txBox="1"/>
          <p:nvPr/>
        </p:nvSpPr>
        <p:spPr>
          <a:xfrm>
            <a:off x="497850" y="1282000"/>
            <a:ext cx="7903200" cy="31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৭টি primitive data type এবং ১টি non-primitive (object) type আছে।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Primitive Data Types (immutable)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Number – 123, 3.14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String – "Hello", 'JS'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Boolean – true / false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Undefined – variable declare করা আছে কিন্তু value নেই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Null – intentional empty value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Symbol – unique identifier, ES6 থেকে এসেছে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BigInt – খুব বড় integer number (ES2020 থেকে)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Non-Primitive Data Type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 – Collection of key-value pair, mutable  যেমন: {name: "Shawon", age: 20}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Array ও Function ও Object-এর subtype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700"/>
              <a:t>Primitive ও non-primitive পার্থক্য কী?</a:t>
            </a:r>
            <a:endParaRPr sz="3700"/>
          </a:p>
        </p:txBody>
      </p:sp>
      <p:sp>
        <p:nvSpPr>
          <p:cNvPr id="532" name="Google Shape;532;p58"/>
          <p:cNvSpPr txBox="1"/>
          <p:nvPr/>
        </p:nvSpPr>
        <p:spPr>
          <a:xfrm>
            <a:off x="497850" y="1282000"/>
            <a:ext cx="7903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graphicFrame>
        <p:nvGraphicFramePr>
          <p:cNvPr id="533" name="Google Shape;533;p58"/>
          <p:cNvGraphicFramePr/>
          <p:nvPr/>
        </p:nvGraphicFramePr>
        <p:xfrm>
          <a:off x="952500" y="1125750"/>
          <a:ext cx="7239000" cy="3657420"/>
        </p:xfrm>
        <a:graphic>
          <a:graphicData uri="http://schemas.openxmlformats.org/drawingml/2006/table">
            <a:tbl>
              <a:tblPr>
                <a:noFill/>
                <a:tableStyleId>{C69FB0F3-B2E3-4281-9DBD-54BAB008E74F}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Feature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Primitive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Non-Primitive (Object)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Definition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Single immutable value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Collection of values (mutable)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Examples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Number, String, Boolean, Null, Undefined, Symbol, BigInt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Object, Array, Function, Date, etc.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Mutability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Immutable – value change করলে নতুন memory allocate হয়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Mutable – original value modify করা যায়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Reference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Stored by value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Stored by reference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Comparison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</a:rPr>
                        <a:t>== বা === direct value compare করে</a:t>
                      </a:r>
                      <a:endParaRPr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FFFFF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== বা === reference compare করে</a:t>
                      </a:r>
                      <a:endParaRPr>
                        <a:solidFill>
                          <a:srgbClr val="FFFFFF"/>
                        </a:solidFill>
                        <a:latin typeface="Space Grotesk"/>
                        <a:ea typeface="Space Grotesk"/>
                        <a:cs typeface="Space Grotesk"/>
                        <a:sym typeface="Space Grotesk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9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var, let, const পার্থক্য কী?</a:t>
            </a:r>
            <a:endParaRPr sz="39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/>
          </a:p>
        </p:txBody>
      </p:sp>
      <p:sp>
        <p:nvSpPr>
          <p:cNvPr id="539" name="Google Shape;539;p59"/>
          <p:cNvSpPr txBox="1"/>
          <p:nvPr/>
        </p:nvSpPr>
        <p:spPr>
          <a:xfrm>
            <a:off x="497850" y="1056725"/>
            <a:ext cx="7903200" cy="3955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Function-scoped (scope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শুধুমাত্র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function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মধ্যে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সীমিত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(variable declaration memory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উঠে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value undefined)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Redeclare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</a:t>
            </a:r>
            <a:endParaRPr sz="13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Block-scoped ({} block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মধ্যে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সীমিত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Temporal Dead Zone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কারণে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আগে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access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error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Redeclare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scope এ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Value change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</a:t>
            </a:r>
            <a:endParaRPr sz="13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Block-scoped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TDZ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আছে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Redeclare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Reassign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Object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Array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content modify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reference change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যাবে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endParaRPr sz="1100" dirty="0" err="1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60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buSzPts val="1100"/>
            </a:pPr>
            <a:r>
              <a:rPr lang="en" sz="3900" dirty="0"/>
              <a:t>Hoisting </a:t>
            </a:r>
            <a:r>
              <a:rPr lang="en" sz="3900" dirty="0" err="1"/>
              <a:t>কী</a:t>
            </a:r>
            <a:r>
              <a:rPr lang="en" sz="3900" dirty="0"/>
              <a:t>? </a:t>
            </a:r>
            <a:r>
              <a:rPr lang="en" sz="2000" dirty="0">
                <a:solidFill>
                  <a:schemeClr val="tx2"/>
                </a:solidFill>
              </a:rPr>
              <a:t>Pg 4,6 </a:t>
            </a:r>
            <a:r>
              <a:rPr lang="en" sz="2000" dirty="0" err="1">
                <a:solidFill>
                  <a:schemeClr val="tx2"/>
                </a:solidFill>
              </a:rPr>
              <a:t>july</a:t>
            </a:r>
            <a:endParaRPr lang="en-US" sz="2000" dirty="0">
              <a:solidFill>
                <a:schemeClr val="tx2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/>
          </a:p>
        </p:txBody>
      </p:sp>
      <p:sp>
        <p:nvSpPr>
          <p:cNvPr id="545" name="Google Shape;545;p60"/>
          <p:cNvSpPr txBox="1"/>
          <p:nvPr/>
        </p:nvSpPr>
        <p:spPr>
          <a:xfrm>
            <a:off x="497850" y="1056725"/>
            <a:ext cx="7903200" cy="251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behavior,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 ও function declarations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তাদের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scope-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উপরের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“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উঠে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”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(memory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register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code execution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সময়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এগুলো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আগে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চিনে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নেওয়া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 declarations hoist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initial value undefined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 ও const declarations hoist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Temporal Dead Zone (TDZ)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আগে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access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error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declaration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সম্পূর্ণ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hoist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আগে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call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expression hoist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value assign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আগে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call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error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হবে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1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undefined ও null পার্থক্য কী?</a:t>
            </a:r>
            <a:endParaRPr sz="39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/>
          </a:p>
        </p:txBody>
      </p:sp>
      <p:sp>
        <p:nvSpPr>
          <p:cNvPr id="551" name="Google Shape;551;p61"/>
          <p:cNvSpPr txBox="1"/>
          <p:nvPr/>
        </p:nvSpPr>
        <p:spPr>
          <a:xfrm>
            <a:off x="497850" y="1056725"/>
            <a:ext cx="7903200" cy="251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undefined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null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আলাদা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type,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যদিও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অনেক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সময়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confusing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undefined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Variable declare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আছে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কোনো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value assign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হয়নি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Type: undefined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নিজেই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default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দেয়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null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Explicitly empty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no-value indicate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জন্য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Type: object (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একটা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historical bug,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এখন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common)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62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/>
              <a:t>== বনাম ===</a:t>
            </a:r>
            <a:endParaRPr sz="39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5000"/>
          </a:p>
        </p:txBody>
      </p:sp>
      <p:sp>
        <p:nvSpPr>
          <p:cNvPr id="557" name="Google Shape;557;p62"/>
          <p:cNvSpPr txBox="1"/>
          <p:nvPr/>
        </p:nvSpPr>
        <p:spPr>
          <a:xfrm>
            <a:off x="497850" y="1056725"/>
            <a:ext cx="7903200" cy="316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==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===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দুইটি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comparison operator,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তাদের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behavior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আলাদা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== (</a:t>
            </a:r>
            <a:r>
              <a:rPr lang="en" sz="110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Loose Equality</a:t>
            </a: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Type coercion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মানে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প্রয়োজন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type convert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compare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শুধু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value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দেখেই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comparison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=== (Strict Equality)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coercion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 + value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দুইই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match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হবে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Best Practice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Always use === (strict equality) to avoid unexpected type coercion errors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63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900" dirty="0"/>
              <a:t>Execution Context </a:t>
            </a:r>
            <a:r>
              <a:rPr lang="en" sz="3900" dirty="0" err="1"/>
              <a:t>কী</a:t>
            </a:r>
            <a:r>
              <a:rPr lang="en" sz="3900" dirty="0"/>
              <a:t>?</a:t>
            </a:r>
            <a:r>
              <a:rPr lang="en" sz="1800" dirty="0"/>
              <a:t> Pg 22 June...</a:t>
            </a:r>
            <a:endParaRPr lang="en-US" sz="1800" dirty="0"/>
          </a:p>
        </p:txBody>
      </p:sp>
      <p:sp>
        <p:nvSpPr>
          <p:cNvPr id="563" name="Google Shape;563;p63"/>
          <p:cNvSpPr txBox="1"/>
          <p:nvPr/>
        </p:nvSpPr>
        <p:spPr>
          <a:xfrm>
            <a:off x="497850" y="1056725"/>
            <a:ext cx="7903200" cy="30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 Context (EC)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 code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চলার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environment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engine-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কোন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variables, functions,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scope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কিভাবে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handle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হবে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 code execution-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সময়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Execution Context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তৈরি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 Context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প্রধান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components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Variable Environment (VE)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 Variable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function declarations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রাখা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Scope Chain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- Outer scope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parent scope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access handle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this binding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-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বর্তমান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context-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জন্য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this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point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Execution Context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ধরন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Execution Context -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পুরো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program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চালু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হওয়ার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সময়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তৈরি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শুধু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একবারই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তৈরি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G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lobal scope + this points to window (browser)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Execution Context - Function call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তৈরি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 Local variables + parameters + this maintain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 Execution Context (rarely used) -  eval() function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চালু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তৈরি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4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Global execution context কী?</a:t>
            </a:r>
            <a:endParaRPr sz="5000"/>
          </a:p>
        </p:txBody>
      </p:sp>
      <p:sp>
        <p:nvSpPr>
          <p:cNvPr id="569" name="Google Shape;569;p64"/>
          <p:cNvSpPr txBox="1"/>
          <p:nvPr/>
        </p:nvSpPr>
        <p:spPr>
          <a:xfrm>
            <a:off x="497850" y="1056725"/>
            <a:ext cx="7903200" cy="20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Execution Context (GEC)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JavaScript-এ default execution context,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program start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হওয়ার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সাথে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সাথে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তৈরি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পুরো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program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চলার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সময়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Scope: GEC-এ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তৈরি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function globally accessible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Binding: Browser-এ this points to window object,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Node.js-এ this points to {} (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module.exports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Hoisting: Function declarations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 declarations memory-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register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Lifecycle: Program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শুরু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তৈরি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Program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শেষ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destroy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5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900" dirty="0"/>
              <a:t>Call stack </a:t>
            </a:r>
            <a:r>
              <a:rPr lang="en" sz="3900" dirty="0" err="1"/>
              <a:t>কী</a:t>
            </a:r>
            <a:r>
              <a:rPr lang="en" sz="3900" dirty="0"/>
              <a:t>?</a:t>
            </a:r>
            <a:r>
              <a:rPr lang="en" sz="4400" dirty="0"/>
              <a:t> </a:t>
            </a:r>
            <a:r>
              <a:rPr lang="en" sz="2000" dirty="0"/>
              <a:t>Pg 30 jun</a:t>
            </a:r>
            <a:endParaRPr lang="en-US" sz="2000" err="1"/>
          </a:p>
        </p:txBody>
      </p:sp>
      <p:sp>
        <p:nvSpPr>
          <p:cNvPr id="575" name="Google Shape;575;p65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 Stack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LIFO (Last In, First Out)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data structure,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function call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গুলো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track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execution order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ঠিক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রাখে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call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Function-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Execution Context stack-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top এ push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শেষ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Execution Context stack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থেকে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pop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Synchronous code: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 Stack use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line-by-line execute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6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Lexical scope কী?</a:t>
            </a:r>
            <a:endParaRPr sz="5000"/>
          </a:p>
        </p:txBody>
      </p:sp>
      <p:sp>
        <p:nvSpPr>
          <p:cNvPr id="581" name="Google Shape;581;p66"/>
          <p:cNvSpPr txBox="1"/>
          <p:nvPr/>
        </p:nvSpPr>
        <p:spPr>
          <a:xfrm>
            <a:off x="497850" y="1056725"/>
            <a:ext cx="7903200" cy="376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  <a:spcBef>
                <a:spcPts val="1200"/>
              </a:spcBef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Lexical Scope (Static Scope)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scope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নির্ধারণ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নিয়ম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function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accessibility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declaration location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দ্বারা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নির্ধারিত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???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function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কোথা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থেকে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call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হচ্ছে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তার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দ্বারা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lang="en-US" sz="110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Scope compile time-এ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ঠিক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, runtime-এ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indent="-298450">
              <a:lnSpc>
                <a:spcPct val="115000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Outer function-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variables inner function access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পার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ex ??????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Inner function-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variables outer function access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পারে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</a:p>
          <a:p>
            <a:pPr marL="158750">
              <a:lnSpc>
                <a:spcPct val="114999"/>
              </a:lnSpc>
              <a:buClr>
                <a:srgbClr val="FFFFFF"/>
              </a:buClr>
              <a:buSzPts val="1100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158750">
              <a:lnSpc>
                <a:spcPct val="114999"/>
              </a:lnSpc>
              <a:buClr>
                <a:srgbClr val="FFFFFF"/>
              </a:buClr>
              <a:buSzPts val="1100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indent="-298450">
              <a:lnSpc>
                <a:spcPct val="114999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indent="-298450">
              <a:lnSpc>
                <a:spcPct val="114999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indent="-298450">
              <a:lnSpc>
                <a:spcPct val="114999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indent="-298450">
              <a:lnSpc>
                <a:spcPct val="114999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indent="-298450">
              <a:lnSpc>
                <a:spcPct val="114999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indent="-298450">
              <a:lnSpc>
                <a:spcPct val="114999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indent="-298450">
              <a:lnSpc>
                <a:spcPct val="114999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indent="-298450">
              <a:lnSpc>
                <a:spcPct val="114999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7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900" dirty="0"/>
              <a:t>Scope chain </a:t>
            </a:r>
            <a:r>
              <a:rPr lang="en" sz="3900" dirty="0" err="1"/>
              <a:t>কী</a:t>
            </a:r>
            <a:r>
              <a:rPr lang="en" sz="3900" dirty="0"/>
              <a:t>? </a:t>
            </a:r>
            <a:r>
              <a:rPr lang="en" sz="2800" dirty="0"/>
              <a:t> </a:t>
            </a:r>
            <a:r>
              <a:rPr lang="en" sz="2800" dirty="0" err="1"/>
              <a:t>pg</a:t>
            </a:r>
            <a:r>
              <a:rPr lang="en" sz="2800" dirty="0"/>
              <a:t> 12 </a:t>
            </a:r>
            <a:r>
              <a:rPr lang="en" sz="2800" dirty="0" err="1"/>
              <a:t>july</a:t>
            </a:r>
          </a:p>
        </p:txBody>
      </p:sp>
      <p:sp>
        <p:nvSpPr>
          <p:cNvPr id="587" name="Google Shape;587;p67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 Chain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mechanism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function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block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কী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function access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পারবে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নির্ধারণ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outer scopes-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reference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ধরে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রেখে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lang="en-US" sz="110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প্রতিটি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Execution Context-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সাথে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থাকে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scope chain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Variable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খুঁজে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পাওয়া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current scope → outer scope → global scope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Closure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scope chain-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উপর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কাজ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8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900" dirty="0"/>
              <a:t>Block scope </a:t>
            </a:r>
            <a:r>
              <a:rPr lang="en" sz="3900" dirty="0" err="1"/>
              <a:t>কী</a:t>
            </a:r>
            <a:r>
              <a:rPr lang="en" sz="3900" dirty="0"/>
              <a:t>? </a:t>
            </a:r>
            <a:r>
              <a:rPr lang="en" sz="1800" dirty="0"/>
              <a:t>10 </a:t>
            </a:r>
            <a:r>
              <a:rPr lang="en" sz="1800" dirty="0" err="1"/>
              <a:t>july</a:t>
            </a:r>
          </a:p>
        </p:txBody>
      </p:sp>
      <p:sp>
        <p:nvSpPr>
          <p:cNvPr id="593" name="Google Shape;593;p68"/>
          <p:cNvSpPr txBox="1"/>
          <p:nvPr/>
        </p:nvSpPr>
        <p:spPr>
          <a:xfrm>
            <a:off x="497850" y="1056725"/>
            <a:ext cx="79032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Block Scope হলো এমন একটি scope যা শুধুমাত্র {} (curly braces) block-এর ভিতরে variables এবং constants এর জন্য প্রযোজ্য।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 এবং const block-scoped - Block এর বাইরে access করলে error হয়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var function-scoped, তাই block scope ignore করে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69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900" dirty="0"/>
              <a:t>Temporal Dead Zone </a:t>
            </a:r>
            <a:r>
              <a:rPr lang="en" sz="3900" dirty="0" err="1"/>
              <a:t>কী</a:t>
            </a:r>
            <a:r>
              <a:rPr lang="en" sz="3900" dirty="0"/>
              <a:t>? </a:t>
            </a:r>
            <a:r>
              <a:rPr lang="en" sz="1800" dirty="0"/>
              <a:t>6 </a:t>
            </a:r>
            <a:r>
              <a:rPr lang="en" sz="1800" dirty="0" err="1"/>
              <a:t>july</a:t>
            </a:r>
            <a:r>
              <a:rPr lang="en" sz="1800" dirty="0"/>
              <a:t>, google</a:t>
            </a:r>
          </a:p>
        </p:txBody>
      </p:sp>
      <p:sp>
        <p:nvSpPr>
          <p:cNvPr id="599" name="Google Shape;599;p69"/>
          <p:cNvSpPr txBox="1"/>
          <p:nvPr/>
        </p:nvSpPr>
        <p:spPr>
          <a:xfrm>
            <a:off x="497850" y="1056725"/>
            <a:ext cx="7903200" cy="18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Temporal Dead Zone (TDZ)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এমন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phase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let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const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দিয়ে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declare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 memory-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তবু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register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access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করলে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error (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ReferenceError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যতক্ষণ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value initialize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শুধু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let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const-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জন্য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আছে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var-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জন্য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নেই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Variable declaration-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আগে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access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করলে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TDZ trigger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TDZ compile time-এ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নির্ধারিত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70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900" dirty="0"/>
              <a:t>Closure </a:t>
            </a:r>
            <a:r>
              <a:rPr lang="en" sz="3900" dirty="0" err="1"/>
              <a:t>কী</a:t>
            </a:r>
            <a:r>
              <a:rPr lang="en" sz="3900" dirty="0"/>
              <a:t>? </a:t>
            </a:r>
            <a:r>
              <a:rPr lang="en" sz="1800" dirty="0"/>
              <a:t>14 </a:t>
            </a:r>
            <a:r>
              <a:rPr lang="en" sz="1800" dirty="0" err="1"/>
              <a:t>july</a:t>
            </a:r>
            <a:endParaRPr lang="en-US" sz="1800" dirty="0" err="1"/>
          </a:p>
        </p:txBody>
      </p:sp>
      <p:sp>
        <p:nvSpPr>
          <p:cNvPr id="605" name="Google Shape;605;p70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Closure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feature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inner function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outer function-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access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retain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পারে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এমনকি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outer function execution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শেষ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হওয়ার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পরও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Inner function outer function-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scope এ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variables access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পারে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Closure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ব্যবহৃত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data encapsulation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private variables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function factories, callback functions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ইত্যাদিতে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closure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scope chain retain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71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900"/>
              <a:t>Real use-case of closure? </a:t>
            </a:r>
            <a:r>
              <a:rPr lang="en" sz="1800"/>
              <a:t>14 july</a:t>
            </a:r>
            <a:endParaRPr sz="3900"/>
          </a:p>
        </p:txBody>
      </p:sp>
      <p:sp>
        <p:nvSpPr>
          <p:cNvPr id="611" name="Google Shape;611;p71"/>
          <p:cNvSpPr txBox="1"/>
          <p:nvPr/>
        </p:nvSpPr>
        <p:spPr>
          <a:xfrm>
            <a:off x="497850" y="1056725"/>
            <a:ext cx="7903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Closure-এর real use-case হলো “data encapsulation” বা “private variables” তৈরি করা, যাতে variable outer scope থেকে সরাসরি access না করা যায়, কিন্তু inner function-এর মাধ্যমে controlled access পাওয়া যায়।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2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900"/>
              <a:t>Garbage collection কী?</a:t>
            </a:r>
            <a:endParaRPr sz="3900"/>
          </a:p>
        </p:txBody>
      </p:sp>
      <p:sp>
        <p:nvSpPr>
          <p:cNvPr id="617" name="Google Shape;617;p72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Garbage Collection (GC)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runtime-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automatic memory management process,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unused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unreachable objects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memory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থেকে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remove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memory leak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Automatic process – Programmer manually memory free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Unreachable objects –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কোনো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variable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reference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দ্বারা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access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এমন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objects remove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Mark-and-Sweep Algorithm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–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বেশিরভাগ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JS engine (V8)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algorithm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73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700"/>
              <a:t>Function declaration vs expression</a:t>
            </a:r>
            <a:br>
              <a:rPr lang="en" sz="3700" dirty="0"/>
            </a:br>
            <a:endParaRPr lang="en" sz="1800"/>
          </a:p>
        </p:txBody>
      </p:sp>
      <p:sp>
        <p:nvSpPr>
          <p:cNvPr id="623" name="Google Shape;623;p73"/>
          <p:cNvSpPr txBox="1"/>
          <p:nvPr/>
        </p:nvSpPr>
        <p:spPr>
          <a:xfrm>
            <a:off x="497850" y="1564725"/>
            <a:ext cx="7903200" cy="2900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function declare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দুটি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common way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আছে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Function Declaration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Function Expression,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এদের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মধ্যে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key differences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আছে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Declaration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Hoisting: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পুরো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function hoist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→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আগে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call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Name: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অবশ্যই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নাম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থাকতে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হবে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Scope: Function-scoped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Expression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Hoisting: variable declaration hoist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value assign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→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আগে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call </a:t>
            </a:r>
            <a:r>
              <a:rPr lang="en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করলে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error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Name: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নাম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optional (anonymous function)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Scope: Depends on var, let, or const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" name="Google Shape;622;p73">
            <a:extLst>
              <a:ext uri="{FF2B5EF4-FFF2-40B4-BE49-F238E27FC236}">
                <a16:creationId xmlns:a16="http://schemas.microsoft.com/office/drawing/2014/main" id="{F2CAF21D-B212-0059-E1D0-8C1025BCC5C9}"/>
              </a:ext>
            </a:extLst>
          </p:cNvPr>
          <p:cNvSpPr txBox="1">
            <a:spLocks/>
          </p:cNvSpPr>
          <p:nvPr/>
        </p:nvSpPr>
        <p:spPr>
          <a:xfrm>
            <a:off x="586750" y="1108700"/>
            <a:ext cx="8059400" cy="4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7700" b="0" i="0" u="none" strike="noStrike" cap="non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r>
              <a:rPr lang="en" sz="1800" b="1"/>
              <a:t> Diary page 7 April</a:t>
            </a:r>
            <a:endParaRPr lang="en" sz="1800" b="1">
              <a:solidFill>
                <a:srgbClr val="000000"/>
              </a:solidFill>
            </a:endParaRPr>
          </a:p>
          <a:p>
            <a:pPr algn="ctr"/>
            <a:endParaRPr lang="en" sz="3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4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700" dirty="0"/>
              <a:t>Arrow function </a:t>
            </a:r>
            <a:r>
              <a:rPr lang="en" sz="3700" dirty="0" err="1"/>
              <a:t>কী</a:t>
            </a:r>
            <a:r>
              <a:rPr lang="en" sz="3700" dirty="0"/>
              <a:t>?</a:t>
            </a:r>
            <a:r>
              <a:rPr lang="en" sz="1800" dirty="0"/>
              <a:t>   </a:t>
            </a:r>
            <a:r>
              <a:rPr lang="en" sz="1800" dirty="0" err="1"/>
              <a:t>pg</a:t>
            </a:r>
            <a:r>
              <a:rPr lang="en" sz="1800" dirty="0"/>
              <a:t> 25 April</a:t>
            </a:r>
            <a:endParaRPr lang="en-US" sz="1800" dirty="0"/>
          </a:p>
        </p:txBody>
      </p:sp>
      <p:sp>
        <p:nvSpPr>
          <p:cNvPr id="629" name="Google Shape;629;p74"/>
          <p:cNvSpPr txBox="1"/>
          <p:nvPr/>
        </p:nvSpPr>
        <p:spPr>
          <a:xfrm>
            <a:off x="497850" y="1056725"/>
            <a:ext cx="7903200" cy="20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Arrow function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ES6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থেকে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আসা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concise way function declare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জন্য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traditional function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মতো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কাজ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syntax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ছোট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this keyword-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behaviour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আলাদা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Concise syntax – Shorter declaration</a:t>
            </a:r>
            <a:endParaRPr sz="110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binding – Arrow function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নিজের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this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ধরে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surrounding scope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থেকে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নেয়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No arguments object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–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যদি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দরকার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rest parameter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ব্যবহার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Cannot be used as constructor – new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দিয়ে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call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যাবে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না</a:t>
            </a:r>
            <a:endParaRPr sz="1100" dirty="0" err="1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75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7607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3700" dirty="0"/>
              <a:t>this keyword </a:t>
            </a:r>
            <a:r>
              <a:rPr lang="en" sz="3700" dirty="0" err="1"/>
              <a:t>কীভাবে</a:t>
            </a:r>
            <a:r>
              <a:rPr lang="en" sz="3700" dirty="0"/>
              <a:t> </a:t>
            </a:r>
            <a:r>
              <a:rPr lang="en" sz="3700" dirty="0" err="1"/>
              <a:t>কাজ</a:t>
            </a:r>
            <a:r>
              <a:rPr lang="en" sz="3700" dirty="0"/>
              <a:t> </a:t>
            </a:r>
            <a:r>
              <a:rPr lang="en" sz="3700" dirty="0" err="1"/>
              <a:t>করে</a:t>
            </a:r>
            <a:r>
              <a:rPr lang="en" sz="3700" dirty="0"/>
              <a:t>? </a:t>
            </a:r>
            <a:br>
              <a:rPr lang="en" sz="3700" dirty="0"/>
            </a:br>
            <a:r>
              <a:rPr lang="en" sz="1800" dirty="0"/>
              <a:t>diary Pg 28 </a:t>
            </a:r>
            <a:r>
              <a:rPr lang="en" sz="1800" dirty="0" err="1"/>
              <a:t>july</a:t>
            </a:r>
            <a:endParaRPr lang="en-US" sz="1800" dirty="0" err="1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700"/>
          </a:p>
        </p:txBody>
      </p:sp>
      <p:sp>
        <p:nvSpPr>
          <p:cNvPr id="635" name="Google Shape;635;p75"/>
          <p:cNvSpPr txBox="1"/>
          <p:nvPr/>
        </p:nvSpPr>
        <p:spPr>
          <a:xfrm>
            <a:off x="497850" y="1539325"/>
            <a:ext cx="7903200" cy="88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this keyword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JavaScript-এ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special identifier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current execution context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object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refer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 this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behaviour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context-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উপর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নির্ভর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—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dynamic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context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অনুযায়ী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মান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পরিবর্তিত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lang="en-US" sz="1100">
              <a:solidFill>
                <a:srgbClr val="FFFFFF"/>
              </a:solidFill>
              <a:latin typeface="Space Grotesk"/>
              <a:ea typeface="Space Grotesk"/>
              <a:cs typeface="Space Grotesk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6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5374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call(), apply(), bind() পার্থক্য </a:t>
            </a:r>
            <a:endParaRPr sz="3700" dirty="0"/>
          </a:p>
        </p:txBody>
      </p:sp>
      <p:sp>
        <p:nvSpPr>
          <p:cNvPr id="641" name="Google Shape;641;p76"/>
          <p:cNvSpPr txBox="1"/>
          <p:nvPr/>
        </p:nvSpPr>
        <p:spPr>
          <a:xfrm>
            <a:off x="497850" y="1348153"/>
            <a:ext cx="7903200" cy="359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call(), apply(), এবং bind() হলো JavaScript-এর function methods, যা একটি function-এর this value explicitly set করতে ব্যবহার হয়। কিন্তু এদের মধ্যে subtle differences আছে।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Immediately invoke করে function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Arguments comma-separated পাঠানো হয়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apply()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Immediately invoke করে function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Arguments array আকারে পাঠানো হয়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bind()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 function return করে, original function call হয় না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this permanently bind করা হয়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পরে call করা যায়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4" name="Google Shape;640;p76">
            <a:extLst>
              <a:ext uri="{FF2B5EF4-FFF2-40B4-BE49-F238E27FC236}">
                <a16:creationId xmlns:a16="http://schemas.microsoft.com/office/drawing/2014/main" id="{4B09933A-CE9E-438B-8E69-59C09F6902B5}"/>
              </a:ext>
            </a:extLst>
          </p:cNvPr>
          <p:cNvSpPr txBox="1">
            <a:spLocks/>
          </p:cNvSpPr>
          <p:nvPr/>
        </p:nvSpPr>
        <p:spPr>
          <a:xfrm>
            <a:off x="497850" y="1167657"/>
            <a:ext cx="8148300" cy="233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7700" b="0" i="0" u="none" strike="noStrike" cap="none">
                <a:solidFill>
                  <a:schemeClr val="lt2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Space Grotesk Medium"/>
              <a:buNone/>
              <a:defRPr sz="3900" b="0" i="0" u="none" strike="noStrike" cap="none">
                <a:solidFill>
                  <a:schemeClr val="lt2"/>
                </a:solidFill>
                <a:highlight>
                  <a:schemeClr val="accent5"/>
                </a:highlight>
                <a:latin typeface="Space Grotesk Medium"/>
                <a:ea typeface="Space Grotesk Medium"/>
                <a:cs typeface="Space Grotesk Medium"/>
                <a:sym typeface="Space Grotesk Medium"/>
              </a:defRPr>
            </a:lvl9pPr>
          </a:lstStyle>
          <a:p>
            <a:pPr algn="ctr"/>
            <a:r>
              <a:rPr lang="en-US" sz="1600" dirty="0"/>
              <a:t>Vs-code: this methods, Theory titbits </a:t>
            </a:r>
            <a:endParaRPr lang="en-US" sz="37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E9C91A-BD8C-4FD4-9F8D-6203044C619A}"/>
              </a:ext>
            </a:extLst>
          </p:cNvPr>
          <p:cNvSpPr txBox="1"/>
          <p:nvPr/>
        </p:nvSpPr>
        <p:spPr>
          <a:xfrm>
            <a:off x="4911970" y="2121877"/>
            <a:ext cx="3489080" cy="120032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Syntax: </a:t>
            </a:r>
            <a:r>
              <a:rPr lang="en-US" sz="12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function.apply</a:t>
            </a:r>
            <a:r>
              <a:rPr lang="en-US" sz="1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(</a:t>
            </a:r>
            <a:r>
              <a:rPr lang="en-US" sz="12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thisarg</a:t>
            </a:r>
            <a:r>
              <a:rPr lang="en-US" sz="1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[</a:t>
            </a:r>
            <a:r>
              <a:rPr lang="en-US" sz="12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args</a:t>
            </a:r>
            <a:r>
              <a:rPr lang="en-US" sz="12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array])</a:t>
            </a:r>
          </a:p>
          <a:p>
            <a:endParaRPr lang="en-US" sz="10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en-US" sz="1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Thisarg</a:t>
            </a:r>
            <a:r>
              <a:rPr lang="en-US" sz="1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: the value to use as “this” when calling the function.</a:t>
            </a:r>
          </a:p>
          <a:p>
            <a:endParaRPr lang="en-US" sz="10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  <a:p>
            <a:r>
              <a:rPr lang="en-US" sz="100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args</a:t>
            </a:r>
            <a:r>
              <a:rPr lang="en-US" sz="10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array: an array / array like object of arguments to pass to the function.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77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Higher order function কী?</a:t>
            </a:r>
            <a:endParaRPr sz="37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700"/>
          </a:p>
        </p:txBody>
      </p:sp>
      <p:sp>
        <p:nvSpPr>
          <p:cNvPr id="647" name="Google Shape;647;p77"/>
          <p:cNvSpPr txBox="1"/>
          <p:nvPr/>
        </p:nvSpPr>
        <p:spPr>
          <a:xfrm>
            <a:off x="497850" y="1056725"/>
            <a:ext cx="7903200" cy="32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Higher-Order Function (HOF) হলো এমন একটি function যা —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অন্য function কে argument হিসেবে নিতে পারে, বা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কে return করতে পারে।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অর্থাৎ, functions কে treat করা যায় first-class citizens হিসেবে।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function হল first-class object → variable হিসেবে assign করা যায়, argument হিসেবে পাঠানো যায়, return করা যায়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HOF commonly ব্যবহার হয়: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map(), filter(), reduce()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handlers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78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Callback function কী? </a:t>
            </a:r>
            <a:r>
              <a:rPr lang="en" sz="1800" dirty="0"/>
              <a:t>21 April</a:t>
            </a:r>
            <a:endParaRPr sz="3700" dirty="0"/>
          </a:p>
        </p:txBody>
      </p:sp>
      <p:sp>
        <p:nvSpPr>
          <p:cNvPr id="653" name="Google Shape;653;p78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 হলো একটি function 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অন্য function-এর argument হিসেবে পাঠানো হয়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পরে call করা হয়, সাধারণত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বা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event-driven operation-এর জন্য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 argument হিসেবে ব্যবহার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 tasks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(যেমন API call, event handling, setTimeout) এ common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callbacks বেশি হলে callback hell তৈরি হতে পারে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79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Pure function কী?</a:t>
            </a:r>
            <a:endParaRPr sz="3700" dirty="0"/>
          </a:p>
        </p:txBody>
      </p:sp>
      <p:sp>
        <p:nvSpPr>
          <p:cNvPr id="659" name="Google Shape;659;p79"/>
          <p:cNvSpPr txBox="1"/>
          <p:nvPr/>
        </p:nvSpPr>
        <p:spPr>
          <a:xfrm>
            <a:off x="497850" y="1056725"/>
            <a:ext cx="7903200" cy="16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Pure Function হলো এমন একটি function যা একই input পেলে সর্বদা একই output দেয় এবং কোনো external state বা variable modify করে না।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Deterministic – একই input → একই output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 side-effects – function body ছাড়া কোনো external variable বা state change হয় না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programming এ pure function খুব important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80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IIFE কী? 25 April</a:t>
            </a:r>
            <a:endParaRPr sz="3700" dirty="0"/>
          </a:p>
        </p:txBody>
      </p:sp>
      <p:sp>
        <p:nvSpPr>
          <p:cNvPr id="665" name="Google Shape;665;p80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IIFE (Immediately Invoked Function Expression) হলো একটি JavaScript function 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declare হওয়ার সঙ্গে সঙ্গে immediately execute 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Commonly ব্যবহার হয়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scope encapsulation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 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global scope pollute না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করার জন্য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Anonymous বা named function হতে পারে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ES5 আগে module system না থাকার কারণে খুব popular ছিল </a:t>
            </a:r>
          </a:p>
        </p:txBody>
      </p:sp>
      <p:sp>
        <p:nvSpPr>
          <p:cNvPr id="2" name="Google Shape;665;p80">
            <a:extLst>
              <a:ext uri="{FF2B5EF4-FFF2-40B4-BE49-F238E27FC236}">
                <a16:creationId xmlns:a16="http://schemas.microsoft.com/office/drawing/2014/main" id="{2BE54231-ED99-B594-7133-3A505C6BBA57}"/>
              </a:ext>
            </a:extLst>
          </p:cNvPr>
          <p:cNvSpPr txBox="1"/>
          <p:nvPr/>
        </p:nvSpPr>
        <p:spPr>
          <a:xfrm>
            <a:off x="4372018" y="2953663"/>
            <a:ext cx="3863598" cy="142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Syntax:</a:t>
            </a:r>
            <a:br>
              <a:rPr lang="en-US" sz="105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en-US" sz="1050" b="1" dirty="0">
                <a:solidFill>
                  <a:schemeClr val="tx2">
                    <a:lumMod val="90000"/>
                  </a:schemeClr>
                </a:solidFill>
              </a:rPr>
              <a:t>(</a:t>
            </a: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 function ( ) { var name = "Prothom"; // </a:t>
            </a:r>
            <a:r>
              <a:rPr lang="as-IN" sz="1050" dirty="0">
                <a:solidFill>
                  <a:schemeClr val="tx2">
                    <a:lumMod val="90000"/>
                  </a:schemeClr>
                </a:solidFill>
              </a:rPr>
              <a:t>এটি লোকাল ভেরিয়েবল    </a:t>
            </a: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console.log(name); // </a:t>
            </a:r>
            <a:r>
              <a:rPr lang="as-IN" sz="1050" dirty="0">
                <a:solidFill>
                  <a:schemeClr val="tx2">
                    <a:lumMod val="90000"/>
                  </a:schemeClr>
                </a:solidFill>
              </a:rPr>
              <a:t>কাজ করবে</a:t>
            </a: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as-IN" sz="1050" dirty="0">
                <a:solidFill>
                  <a:schemeClr val="tx2">
                    <a:lumMod val="90000"/>
                  </a:schemeClr>
                </a:solidFill>
              </a:rPr>
              <a:t>}</a:t>
            </a: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as-IN" sz="1050" dirty="0">
                <a:solidFill>
                  <a:schemeClr val="tx2">
                    <a:lumMod val="90000"/>
                  </a:schemeClr>
                </a:solidFill>
              </a:rPr>
              <a:t>)</a:t>
            </a: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as-IN" sz="1050" dirty="0">
                <a:solidFill>
                  <a:schemeClr val="tx2">
                    <a:lumMod val="90000"/>
                  </a:schemeClr>
                </a:solidFill>
              </a:rPr>
              <a:t>(</a:t>
            </a: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 </a:t>
            </a:r>
            <a:r>
              <a:rPr lang="as-IN" sz="1050" dirty="0">
                <a:solidFill>
                  <a:schemeClr val="tx2">
                    <a:lumMod val="90000"/>
                  </a:schemeClr>
                </a:solidFill>
              </a:rPr>
              <a:t>);</a:t>
            </a:r>
            <a:endParaRPr lang="en-US" sz="1050" dirty="0">
              <a:solidFill>
                <a:schemeClr val="tx2">
                  <a:lumMod val="90000"/>
                </a:schemeClr>
              </a:solidFill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console.log(name); </a:t>
            </a:r>
            <a:br>
              <a:rPr lang="en-US" sz="1050" dirty="0">
                <a:solidFill>
                  <a:schemeClr val="tx2">
                    <a:lumMod val="90000"/>
                  </a:schemeClr>
                </a:solidFill>
              </a:rPr>
            </a:br>
            <a:r>
              <a:rPr lang="en-US" sz="1050" dirty="0">
                <a:solidFill>
                  <a:schemeClr val="tx2">
                    <a:lumMod val="90000"/>
                  </a:schemeClr>
                </a:solidFill>
              </a:rPr>
              <a:t>// Error: name is not defined (</a:t>
            </a:r>
            <a:r>
              <a:rPr lang="as-IN" sz="1050" dirty="0">
                <a:solidFill>
                  <a:schemeClr val="tx2">
                    <a:lumMod val="90000"/>
                  </a:schemeClr>
                </a:solidFill>
              </a:rPr>
              <a:t>বাইরে থেকে অ্যাক্সেস নেই)</a:t>
            </a:r>
            <a:endParaRPr lang="en" sz="900" dirty="0">
              <a:solidFill>
                <a:schemeClr val="tx2">
                  <a:lumMod val="9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1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Recursion কী? </a:t>
            </a:r>
            <a:r>
              <a:rPr lang="en" sz="32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VS Code Class JS</a:t>
            </a:r>
            <a:endParaRPr sz="32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71" name="Google Shape;671;p81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Recursion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programming technique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যেখানে একটি function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নিজের ভিতরে নিজেকে call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সাধারণত কোনো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বড় সমস্যাকে ছোট ছোট sub-problems এ ভাগ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করার জন্য।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recursive function-এ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base case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থাকা আবশ্যক, না হলে infinite loop হবে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Divide and Conquer approach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 common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Memory-wise, each recursive call call stack এ push হয় → large recursion হলে stack overflow হতে পারে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2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Currying কী?</a:t>
            </a:r>
            <a:endParaRPr sz="3700" dirty="0"/>
          </a:p>
        </p:txBody>
      </p:sp>
      <p:sp>
        <p:nvSpPr>
          <p:cNvPr id="677" name="Google Shape;677;p82"/>
          <p:cNvSpPr txBox="1"/>
          <p:nvPr/>
        </p:nvSpPr>
        <p:spPr>
          <a:xfrm>
            <a:off x="497850" y="1056725"/>
            <a:ext cx="7903200" cy="2451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Currying হলো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functional programming technique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 একটি function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multiple arguments নেয়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কিন্তু একবারে সব argument না নিয়ে,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এক বা একাধিক argument নিয়ে series of functions return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Original function কে small, unary (single-argument) functions এ ভাগ করা হয়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Useful for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partial application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কিছু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arguments pre-fill করা যায়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এ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arrow functions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দিয়ে সহজে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implement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করা যায়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800" dirty="0">
                <a:solidFill>
                  <a:srgbClr val="FFFFFF"/>
                </a:solidFill>
                <a:highlight>
                  <a:srgbClr val="FF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USE?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-US" sz="18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To be </a:t>
            </a:r>
            <a:r>
              <a:rPr lang="en-US" sz="18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</a:t>
            </a:r>
            <a:r>
              <a:rPr lang="en-US" sz="18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…</a:t>
            </a:r>
            <a:endParaRPr sz="18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" name="Google Shape;677;p82">
            <a:extLst>
              <a:ext uri="{FF2B5EF4-FFF2-40B4-BE49-F238E27FC236}">
                <a16:creationId xmlns:a16="http://schemas.microsoft.com/office/drawing/2014/main" id="{68E687A7-9E28-F950-E326-452549CC8630}"/>
              </a:ext>
            </a:extLst>
          </p:cNvPr>
          <p:cNvSpPr txBox="1"/>
          <p:nvPr/>
        </p:nvSpPr>
        <p:spPr>
          <a:xfrm>
            <a:off x="2668546" y="3172869"/>
            <a:ext cx="6147593" cy="145883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//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সাধারণ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ফাংশন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</a:t>
            </a: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 multiply = (a, b) =&gt; a * b;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//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কারিড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(Curried)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ফাংশন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: </a:t>
            </a: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curriedMultiply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 a =&gt; b =&gt; a * b;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multiplyByFive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curriedMultiply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(5); …………..//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এখানে '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a'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হিসেবে 5 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pre-fill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বা 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partial apply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 হলো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 (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multiplyByFive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(2));  //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আউটপুট: 10 (2 * 5)</a:t>
            </a:r>
            <a:endParaRPr lang="en-US" sz="9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 (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multiplyByFive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(10));  //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আউটপুট: 50 (10 * 5)</a:t>
            </a:r>
            <a:endParaRPr sz="900" dirty="0">
              <a:solidFill>
                <a:srgbClr val="FFFFFF"/>
              </a:solidFill>
              <a:highlight>
                <a:srgbClr val="FF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>
          <a:extLst>
            <a:ext uri="{FF2B5EF4-FFF2-40B4-BE49-F238E27FC236}">
              <a16:creationId xmlns:a16="http://schemas.microsoft.com/office/drawing/2014/main" id="{6D3FABEE-60B0-F303-BC2F-F657E7C92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2">
            <a:extLst>
              <a:ext uri="{FF2B5EF4-FFF2-40B4-BE49-F238E27FC236}">
                <a16:creationId xmlns:a16="http://schemas.microsoft.com/office/drawing/2014/main" id="{A2A3C4C5-8EA6-C87C-AD11-5C3B34B64B5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Currying কী?</a:t>
            </a:r>
            <a:endParaRPr sz="3700" dirty="0"/>
          </a:p>
        </p:txBody>
      </p:sp>
      <p:sp>
        <p:nvSpPr>
          <p:cNvPr id="677" name="Google Shape;677;p82">
            <a:extLst>
              <a:ext uri="{FF2B5EF4-FFF2-40B4-BE49-F238E27FC236}">
                <a16:creationId xmlns:a16="http://schemas.microsoft.com/office/drawing/2014/main" id="{E1857609-137D-AC4A-21AF-5938706DFEB9}"/>
              </a:ext>
            </a:extLst>
          </p:cNvPr>
          <p:cNvSpPr txBox="1"/>
          <p:nvPr/>
        </p:nvSpPr>
        <p:spPr>
          <a:xfrm>
            <a:off x="201288" y="1044368"/>
            <a:ext cx="7903200" cy="182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is this useful?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endParaRPr lang="en-US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Reuse logic: You created a specialized box10x20 function, which can be reused without needing to remember that the length and width are 10 and 20.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Cleaner Code: It removes the need for redundant argument passing.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Functional Programming: It allows for building more modular, composable code</a:t>
            </a:r>
          </a:p>
          <a:p>
            <a:pPr marL="457200" indent="-298450">
              <a:lnSpc>
                <a:spcPct val="115000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-US" sz="1800" dirty="0">
                <a:solidFill>
                  <a:srgbClr val="FFFFFF"/>
                </a:solidFill>
                <a:highlight>
                  <a:srgbClr val="FF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USE?</a:t>
            </a:r>
          </a:p>
        </p:txBody>
      </p:sp>
      <p:sp>
        <p:nvSpPr>
          <p:cNvPr id="2" name="Google Shape;677;p82">
            <a:extLst>
              <a:ext uri="{FF2B5EF4-FFF2-40B4-BE49-F238E27FC236}">
                <a16:creationId xmlns:a16="http://schemas.microsoft.com/office/drawing/2014/main" id="{C7FAD005-A483-A68D-1A95-A2B4F5352322}"/>
              </a:ext>
            </a:extLst>
          </p:cNvPr>
          <p:cNvSpPr txBox="1"/>
          <p:nvPr/>
        </p:nvSpPr>
        <p:spPr>
          <a:xfrm>
            <a:off x="1390923" y="2695317"/>
            <a:ext cx="6147593" cy="22552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curriedVolume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(length) {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	return function (width) { 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		return function (height) { 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	return length * width * height;        }  } }</a:t>
            </a: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// Partial Application : Pre-fill 'length' and 'width' to create a specialized function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// We are "pre-filling" length as 10 and width as 20.</a:t>
            </a: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 box10x20 =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curriedVolume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(10) (20) ;   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// Now we only need to provide the 'height’ :</a:t>
            </a:r>
            <a:b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 (box10x20 (5) );  …………………….// 1000 (10 * 20 * 5)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 (box10x20(10) ); …………………….// 2000 (10 * 20 * 10)</a:t>
            </a:r>
            <a:endParaRPr sz="900" dirty="0">
              <a:solidFill>
                <a:srgbClr val="FFFFFF"/>
              </a:solidFill>
              <a:highlight>
                <a:srgbClr val="FF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154852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3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Synchronous vs Asynchronous</a:t>
            </a:r>
            <a:endParaRPr sz="3700"/>
          </a:p>
        </p:txBody>
      </p:sp>
      <p:sp>
        <p:nvSpPr>
          <p:cNvPr id="683" name="Google Shape;683;p83"/>
          <p:cNvSpPr txBox="1"/>
          <p:nvPr/>
        </p:nvSpPr>
        <p:spPr>
          <a:xfrm>
            <a:off x="497850" y="1056725"/>
            <a:ext cx="7903200" cy="2706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Synchronous এবং Asynchronous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JavaScript-এ code execution-এর দুইটি ধরন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Synchronous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Line-by-line execution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পরবর্তী code তখনই execute হয় যখন current code finish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Blocking nature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কিছু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task background-এ চলে, পরবর্তীতে result পাওয়া গেলে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callback, promise বা async/await দিয়ে handle করা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Non-blocking nature → program execution বন্ধ হয় না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84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Callback hell কী?</a:t>
            </a:r>
            <a:endParaRPr sz="3700" dirty="0"/>
          </a:p>
        </p:txBody>
      </p:sp>
      <p:sp>
        <p:nvSpPr>
          <p:cNvPr id="689" name="Google Shape;689;p84"/>
          <p:cNvSpPr txBox="1"/>
          <p:nvPr/>
        </p:nvSpPr>
        <p:spPr>
          <a:xfrm>
            <a:off x="497850" y="1056725"/>
            <a:ext cx="7903200" cy="3013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Hell হলো একটি situation যখন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nested callbacks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 কারণে code deeply indented, hard to read এবং maintain করা কঠিন হয়ে যায়।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সাধারণত asynchronous operations (API call, file read, event handling) এ দেখা যায়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Nested callbacks readability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এবং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error handling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কঠিন করে তোলে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Solutions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Async/Await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Modularize code / named functions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85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Promise কী?</a:t>
            </a:r>
            <a:endParaRPr sz="3700"/>
          </a:p>
        </p:txBody>
      </p:sp>
      <p:sp>
        <p:nvSpPr>
          <p:cNvPr id="695" name="Google Shape;695;p85"/>
          <p:cNvSpPr txBox="1"/>
          <p:nvPr/>
        </p:nvSpPr>
        <p:spPr>
          <a:xfrm>
            <a:off x="497850" y="1056725"/>
            <a:ext cx="7903200" cy="2665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JavaScript-এ একটি object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8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 operation-এর future result represent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 এটি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success বা failure state ধারণ করতে পারে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পরে .then() বা .catch() দিয়ে handle করা যায়।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States of a Promise: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Pending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Initial state, operation ongoing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Fulfilled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Operation successful → result available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Rejected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Operation failed → error available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Avoids callback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hell by chaining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" name="Google Shape;695;p85">
            <a:extLst>
              <a:ext uri="{FF2B5EF4-FFF2-40B4-BE49-F238E27FC236}">
                <a16:creationId xmlns:a16="http://schemas.microsoft.com/office/drawing/2014/main" id="{EABEF26B-FE37-51C2-505E-D437976E9F9D}"/>
              </a:ext>
            </a:extLst>
          </p:cNvPr>
          <p:cNvSpPr txBox="1"/>
          <p:nvPr/>
        </p:nvSpPr>
        <p:spPr>
          <a:xfrm>
            <a:off x="4449450" y="2076642"/>
            <a:ext cx="4427718" cy="2639154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 </a:t>
            </a:r>
            <a:r>
              <a:rPr lang="en-US" sz="10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getProductData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 new Promise((resolve, reject) =&gt; {   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 success = true;…………………………………… // </a:t>
            </a: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মনে করি কাজ সফল হয়েছে    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0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setTimeout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(() =&gt; {  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	if (success) {  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	resolve("</a:t>
            </a: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ডাটা পাওয়া গেছে!"); 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……. </a:t>
            </a: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// সফল হলে 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resolve  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                   } 	else {  reject("</a:t>
            </a: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ডাটা পাওয়া যায়নি!"); 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…..</a:t>
            </a: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// ব্যর্থ হলে 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reject        }  }, 2000); } ) ;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// Promise handling: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0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getProductData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.then((data) =&gt; {  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	 console.log(data);………….// </a:t>
            </a: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আউটপুট: ডাটা পাওয়া গেছে! (২ সেকেন্ড পর)    </a:t>
            </a:r>
            <a:b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}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   .</a:t>
            </a:r>
            <a:r>
              <a:rPr lang="en-US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catch((error) =&gt; {   console.log(error); //……………</a:t>
            </a:r>
            <a:r>
              <a:rPr lang="as-IN" sz="10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যদি ব্যর্থ হতো তবে এখানে আসতো    });</a:t>
            </a:r>
            <a:endParaRPr sz="10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86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Promise state কয়টি?</a:t>
            </a:r>
            <a:endParaRPr sz="3700" dirty="0"/>
          </a:p>
        </p:txBody>
      </p:sp>
      <p:sp>
        <p:nvSpPr>
          <p:cNvPr id="701" name="Google Shape;701;p86"/>
          <p:cNvSpPr txBox="1"/>
          <p:nvPr/>
        </p:nvSpPr>
        <p:spPr>
          <a:xfrm>
            <a:off x="497850" y="1056725"/>
            <a:ext cx="7903200" cy="3054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Pending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Initial state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এখনও resolve বা reject হয়নি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 operation ongoing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Fulfilled (Resolved)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 successful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.then() method দিয়ে result access করা যায়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Rejected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Operation failed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.catch() বা second .then() parameter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দিয়ে error handle করা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87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Promise chaining কী?</a:t>
            </a:r>
            <a:endParaRPr sz="3700" dirty="0"/>
          </a:p>
        </p:txBody>
      </p:sp>
      <p:sp>
        <p:nvSpPr>
          <p:cNvPr id="707" name="Google Shape;707;p87"/>
          <p:cNvSpPr txBox="1"/>
          <p:nvPr/>
        </p:nvSpPr>
        <p:spPr>
          <a:xfrm>
            <a:off x="742950" y="1394364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chaining হলো একটি technique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যেখানে multiple asynchronous operations কে sequentially execute করা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হয়, এবং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প্রতিটি operation শেষ হওয়ার পরে পরের .then() call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প্রতিটি .then() return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একটি new Promise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একাধিক async operations line-by-line style এ handle করা যায়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Error handle করতে .catch() ব্যবহার করা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88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async / await কী?</a:t>
            </a:r>
            <a:endParaRPr sz="3700"/>
          </a:p>
        </p:txBody>
      </p:sp>
      <p:sp>
        <p:nvSpPr>
          <p:cNvPr id="713" name="Google Shape;713;p88"/>
          <p:cNvSpPr txBox="1"/>
          <p:nvPr/>
        </p:nvSpPr>
        <p:spPr>
          <a:xfrm>
            <a:off x="497850" y="1056725"/>
            <a:ext cx="7903200" cy="337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/ await হলো </a:t>
            </a:r>
            <a:r>
              <a:rPr lang="en" sz="1100" dirty="0">
                <a:solidFill>
                  <a:srgbClr val="FFFFFF"/>
                </a:solidFill>
                <a:highlight>
                  <a:srgbClr val="8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ES8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এর feature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 code কে synchronous এর মতো readable এবং manageable করার জন্য ব্যবহৃত হয়।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 function: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কোন function কে asynchronous declare 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FF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সবসময় Promise return করে</a:t>
            </a:r>
            <a:endParaRPr sz="1100" dirty="0">
              <a:solidFill>
                <a:srgbClr val="FFFFFF"/>
              </a:solidFill>
              <a:highlight>
                <a:srgbClr val="FF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await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keyword: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শুধুমাত্র async function এর ভিতরে use করা যায়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Promise resolve না হওয়া পর্যন্ত execution pause 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Resolved value return করে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Benefits: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Cleaner, readable code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Avoids callback hell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Sequential or parallel async operations handle করা সহজ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89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fetch() কীভাবে কাজ করে?</a:t>
            </a:r>
            <a:endParaRPr sz="3700"/>
          </a:p>
        </p:txBody>
      </p:sp>
      <p:sp>
        <p:nvSpPr>
          <p:cNvPr id="719" name="Google Shape;719;p89"/>
          <p:cNvSpPr txBox="1"/>
          <p:nvPr/>
        </p:nvSpPr>
        <p:spPr>
          <a:xfrm>
            <a:off x="497850" y="1056725"/>
            <a:ext cx="7903200" cy="2398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fetch() হলো JavaScript-এর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built-in function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network request (HTTP) পাঠানোর জন্য ব্যবহার হয়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এটি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Promise return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a Promise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Response object resolve হলে .then() বা await দিয়ে handle করা যায়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Works asynchronously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Main thread block করে না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Supports HTTP methods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GET, POST, PUT, DELETE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ইত্যাদি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90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Event loop কী?</a:t>
            </a:r>
            <a:endParaRPr sz="3700" dirty="0"/>
          </a:p>
        </p:txBody>
      </p:sp>
      <p:sp>
        <p:nvSpPr>
          <p:cNvPr id="725" name="Google Shape;725;p90"/>
          <p:cNvSpPr txBox="1"/>
          <p:nvPr/>
        </p:nvSpPr>
        <p:spPr>
          <a:xfrm>
            <a:off x="497850" y="1056725"/>
            <a:ext cx="7903200" cy="20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Loop হলো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runtime-এর একটি mechanism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single-threaded environment-এ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 operations manage করে, এবং ensures করে যে non-blocking tasks ঠিকভাবে execute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single-threaded, তাই synchronous code একসাথে execute হয়</a:t>
            </a:r>
            <a:endParaRPr sz="1100" dirty="0">
              <a:solidFill>
                <a:srgbClr val="FFFFFF"/>
              </a:solidFill>
              <a:highlight>
                <a:srgbClr val="FF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 operations (setTimeout, fetch, events) background এ চলে যায়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 Stack block করে না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Loop continuously check করে Call Stack ফাঁকা কি না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8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ফাঁকা হলে Task /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Callback Queue </a:t>
            </a:r>
            <a:r>
              <a:rPr lang="en" sz="1100" dirty="0">
                <a:solidFill>
                  <a:srgbClr val="FFFFFF"/>
                </a:solidFill>
                <a:highlight>
                  <a:srgbClr val="8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থেকে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task Call Stack এ push</a:t>
            </a:r>
            <a:r>
              <a:rPr lang="en" sz="1100" dirty="0">
                <a:solidFill>
                  <a:srgbClr val="FFFFFF"/>
                </a:solidFill>
                <a:highlight>
                  <a:srgbClr val="8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করে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execute</a:t>
            </a:r>
            <a:r>
              <a:rPr lang="en" sz="1100" dirty="0">
                <a:solidFill>
                  <a:srgbClr val="FFFFFF"/>
                </a:solidFill>
                <a:highlight>
                  <a:srgbClr val="8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করে</a:t>
            </a:r>
            <a:endParaRPr sz="1100" dirty="0">
              <a:solidFill>
                <a:srgbClr val="FFFFFF"/>
              </a:solidFill>
              <a:highlight>
                <a:srgbClr val="8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91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Microtask queue কী?</a:t>
            </a:r>
            <a:endParaRPr sz="3700"/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700"/>
          </a:p>
        </p:txBody>
      </p:sp>
      <p:sp>
        <p:nvSpPr>
          <p:cNvPr id="731" name="Google Shape;731;p91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Microtask Queue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runtime-এর একটি queue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promise callbacks এবং process.nextTick (Node.js)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 মতো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high-priority asynchronous tasks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রাখে, এবং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Loop Call Stack ফাঁকা হলে এগুলো প্রথমে execute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Higher priority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regular Task Queue (macro task)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Promise .then(), .catch(), .finally() callbacks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এখানে চলে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Loop Call Stac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 ফাঁকা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হলে Microtask Queue থেকে tasks execute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2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setTimeout কেন delay নেয়?</a:t>
            </a:r>
            <a:endParaRPr sz="3700" dirty="0"/>
          </a:p>
        </p:txBody>
      </p:sp>
      <p:sp>
        <p:nvSpPr>
          <p:cNvPr id="737" name="Google Shape;737;p92"/>
          <p:cNvSpPr txBox="1"/>
          <p:nvPr/>
        </p:nvSpPr>
        <p:spPr>
          <a:xfrm>
            <a:off x="497850" y="1056725"/>
            <a:ext cx="7903200" cy="278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setTimeout()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asynchronous function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যা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callback function কে minimum delay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পর execute করে।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Delay নেয় কারণ JavaScript single-threaded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এবং Event Loop ব্যবহৃত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Non-blocking: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setTimeout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main thread block করে 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তাই delay থাকলেও code execution চলতে থাকে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Minimum delay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Timer set করা মাত্র callback immediately execute হয় না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Callback Task Queue-তে যায় → Call Stack ফাঁকা হলে Event Loop তাতে push করে execute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Actual delay may be longer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 Stack busy হলে callback একটু পরে execute হবে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তাই setTimeout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0ms দিলেও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immediate execution guarantee নেই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>
          <a:extLst>
            <a:ext uri="{FF2B5EF4-FFF2-40B4-BE49-F238E27FC236}">
              <a16:creationId xmlns:a16="http://schemas.microsoft.com/office/drawing/2014/main" id="{1C530848-6629-E8B8-2C4C-3694E1B60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2">
            <a:extLst>
              <a:ext uri="{FF2B5EF4-FFF2-40B4-BE49-F238E27FC236}">
                <a16:creationId xmlns:a16="http://schemas.microsoft.com/office/drawing/2014/main" id="{AAEA045F-B311-30C1-C129-BD3FFA0E0157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setTimeout কেন delay নেয়?</a:t>
            </a:r>
            <a:endParaRPr sz="3700" dirty="0"/>
          </a:p>
        </p:txBody>
      </p:sp>
      <p:sp>
        <p:nvSpPr>
          <p:cNvPr id="737" name="Google Shape;737;p92">
            <a:extLst>
              <a:ext uri="{FF2B5EF4-FFF2-40B4-BE49-F238E27FC236}">
                <a16:creationId xmlns:a16="http://schemas.microsoft.com/office/drawing/2014/main" id="{4B683F7A-0F31-F386-F276-0E93D26E82E1}"/>
              </a:ext>
            </a:extLst>
          </p:cNvPr>
          <p:cNvSpPr txBox="1"/>
          <p:nvPr/>
        </p:nvSpPr>
        <p:spPr>
          <a:xfrm>
            <a:off x="620400" y="1146930"/>
            <a:ext cx="7903200" cy="3330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Example: Claude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"Minimum Delay"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মানে কী?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setTimeout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 ( ) =&gt; {    console.log("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আমি কখন চলব?")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;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}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);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// 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...........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ms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দিলেও...</a:t>
            </a:r>
            <a:endParaRPr lang="en-US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 ( "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আমি আগে চলব!“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;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Output: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আমি আগে চলব!</a:t>
            </a:r>
            <a:endParaRPr lang="en-US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আমি কখন চলব?   ← 0</a:t>
            </a: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ms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দিলেও পরে!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⚠️ </a:t>
            </a:r>
            <a:r>
              <a:rPr lang="as-I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0</a:t>
            </a:r>
            <a:r>
              <a:rPr lang="en-US" sz="1100" dirty="0" err="1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ms</a:t>
            </a:r>
            <a:r>
              <a:rPr lang="en-US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মানে "এখনই না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" — </a:t>
            </a:r>
            <a:r>
              <a:rPr lang="as-I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মানে </a:t>
            </a:r>
            <a:r>
              <a:rPr lang="en-US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 Stack </a:t>
            </a:r>
            <a:r>
              <a:rPr lang="as-I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খালি হওয়ার পরে, তাই এটা </a:t>
            </a:r>
            <a:r>
              <a:rPr lang="en-US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minimum delay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এক কথায় সারাংশ: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setTimeout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()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বলে — "এই কাজটা এখন করো না, বাকি সব শেষ হোক, তারপর করো।" — এটাই 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Asynchronous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 মূল ধারণা।</a:t>
            </a:r>
            <a:endParaRPr lang="en-US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9006384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93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map() vs forEach() </a:t>
            </a:r>
            <a:r>
              <a:rPr lang="en" sz="1800" dirty="0"/>
              <a:t>vs code array-methods.js</a:t>
            </a:r>
            <a:endParaRPr sz="3700" dirty="0"/>
          </a:p>
        </p:txBody>
      </p:sp>
      <p:sp>
        <p:nvSpPr>
          <p:cNvPr id="743" name="Google Shape;743;p93"/>
          <p:cNvSpPr txBox="1"/>
          <p:nvPr/>
        </p:nvSpPr>
        <p:spPr>
          <a:xfrm>
            <a:off x="497849" y="1056725"/>
            <a:ext cx="6955713" cy="406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map() এবং forEach() দুটোই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array iteration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করার জন্য ব্যবহৃত হয়, কিন্তু তাদের behavior আলাদা।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forEach()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Purpose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প্রতিটি element এ callback apply করা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Returns: undefined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Mutation: </a:t>
            </a:r>
            <a:r>
              <a:rPr lang="en" sz="1100" dirty="0">
                <a:solidFill>
                  <a:srgbClr val="FFFFFF"/>
                </a:solidFill>
                <a:highlight>
                  <a:srgbClr val="008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Original array modify করতে পারে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new array return করে না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map()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Purpose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: প্রতিটি element modify করে new array return করা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Returns: নতুন array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>
              <a:lnSpc>
                <a:spcPct val="115000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Mutation: Original array change হয় না (</a:t>
            </a:r>
            <a:r>
              <a:rPr lang="en" sz="1100" dirty="0">
                <a:solidFill>
                  <a:schemeClr val="accent6">
                    <a:lumMod val="60000"/>
                    <a:lumOff val="40000"/>
                  </a:schemeClr>
                </a:solidFill>
                <a:latin typeface="Space Grotesk"/>
                <a:ea typeface="Space Grotesk"/>
                <a:cs typeface="Space Grotesk"/>
                <a:sym typeface="Space Grotesk"/>
              </a:rPr>
              <a:t>map nije change korena, jodi na index er maddhome manually change kora hoy)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endParaRPr lang="en" sz="1100" dirty="0">
              <a:solidFill>
                <a:schemeClr val="accent6">
                  <a:lumMod val="60000"/>
                  <a:lumOff val="40000"/>
                </a:schemeClr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point: </a:t>
            </a:r>
          </a:p>
          <a:p>
            <a:pPr marL="158750">
              <a:lnSpc>
                <a:spcPct val="115000"/>
              </a:lnSpc>
              <a:buClr>
                <a:srgbClr val="FFFFFF"/>
              </a:buClr>
              <a:buSzPts val="1100"/>
            </a:pPr>
            <a:endParaRPr lang="en-US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158750">
              <a:lnSpc>
                <a:spcPct val="115000"/>
              </a:lnSpc>
              <a:buClr>
                <a:srgbClr val="FFFFFF"/>
              </a:buClr>
              <a:buSzPts val="1100"/>
            </a:pP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forEach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() executes a function on each array element without returning anything, while map() transforms each element and returns a new array.</a:t>
            </a:r>
          </a:p>
          <a:p>
            <a:pPr marL="158750" lvl="0">
              <a:lnSpc>
                <a:spcPct val="115000"/>
              </a:lnSpc>
              <a:buClr>
                <a:srgbClr val="FFFFFF"/>
              </a:buClr>
              <a:buSzPts val="1100"/>
            </a:pP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" name="Google Shape;743;p93">
            <a:extLst>
              <a:ext uri="{FF2B5EF4-FFF2-40B4-BE49-F238E27FC236}">
                <a16:creationId xmlns:a16="http://schemas.microsoft.com/office/drawing/2014/main" id="{4E119BC9-6195-2494-755A-B4C4B59445AA}"/>
              </a:ext>
            </a:extLst>
          </p:cNvPr>
          <p:cNvSpPr txBox="1"/>
          <p:nvPr/>
        </p:nvSpPr>
        <p:spPr>
          <a:xfrm>
            <a:off x="5606715" y="1617518"/>
            <a:ext cx="3465095" cy="160194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 numbers = [1, 2, 3, 4];// </a:t>
            </a:r>
            <a:r>
              <a:rPr lang="as-IN" sz="8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সংখ্যা দ্বিগুণ করা (মূল অ্যারে পরিবর্তন করা)</a:t>
            </a:r>
            <a:endParaRPr lang="en-US" sz="8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numbers .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forEach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 (num, index,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=&gt; { 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[index] = num * 2;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}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;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……..// </a:t>
            </a:r>
            <a:r>
              <a:rPr lang="as-IN" sz="8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সরাসরি মূল অ্যারের ইনডেক্স ব্যবহার করে পরিবর্তন</a:t>
            </a:r>
            <a:r>
              <a:rPr lang="en-US" sz="8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console.log(numbers); // </a:t>
            </a:r>
            <a:r>
              <a:rPr lang="as-IN" sz="8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আউটপুট: [2, 4, 6, 8] (মূল অ্যারে পরিবর্তিত হয়েছে)</a:t>
            </a:r>
            <a:endParaRPr sz="9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94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filter() কী?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 vs code array-methods.js</a:t>
            </a:r>
            <a:r>
              <a:rPr lang="en" sz="3700" dirty="0"/>
              <a:t> </a:t>
            </a:r>
            <a:endParaRPr sz="3700" dirty="0"/>
          </a:p>
        </p:txBody>
      </p:sp>
      <p:sp>
        <p:nvSpPr>
          <p:cNvPr id="749" name="Google Shape;749;p94"/>
          <p:cNvSpPr txBox="1"/>
          <p:nvPr/>
        </p:nvSpPr>
        <p:spPr>
          <a:xfrm>
            <a:off x="497850" y="1056725"/>
            <a:ext cx="7903200" cy="25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filter()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হলো 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 একটি 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array method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একটি </a:t>
            </a:r>
            <a:r>
              <a:rPr lang="en-US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array-</a:t>
            </a:r>
            <a:r>
              <a:rPr lang="as-I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এর প্রতিটি </a:t>
            </a:r>
            <a:r>
              <a:rPr lang="en-US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element-</a:t>
            </a:r>
            <a:r>
              <a:rPr lang="as-I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 একটি </a:t>
            </a:r>
            <a:r>
              <a:rPr lang="en-US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condition </a:t>
            </a:r>
            <a:r>
              <a:rPr lang="as-I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চেক করে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</a:t>
            </a:r>
            <a:r>
              <a:rPr lang="as-I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শুধুমাত্র যে </a:t>
            </a:r>
            <a:r>
              <a:rPr lang="en-US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elements condition </a:t>
            </a:r>
            <a:r>
              <a:rPr lang="as-I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পূরণ করে সেগুলো নিয়ে নতুন একটি </a:t>
            </a:r>
            <a:r>
              <a:rPr lang="en-US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array </a:t>
            </a:r>
            <a:r>
              <a:rPr lang="as-I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তৈরি করে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Syntax: const </a:t>
            </a: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newArray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 </a:t>
            </a: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array.filter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(callback(element, index, array));</a:t>
            </a:r>
            <a:endParaRPr lang="en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highlight>
                  <a:srgbClr val="FF0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forEach() executes a function on each array element without returning anything, while map() transforms each element and returns a new array.</a:t>
            </a:r>
            <a:endParaRPr sz="1100" dirty="0">
              <a:solidFill>
                <a:srgbClr val="FFFFFF"/>
              </a:solidFill>
              <a:highlight>
                <a:srgbClr val="FF0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Non-mutating – Original array change হয় না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Returns new array – satisfying condition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Callback function true/false return করে → true হলে element include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" name="Google Shape;749;p94">
            <a:extLst>
              <a:ext uri="{FF2B5EF4-FFF2-40B4-BE49-F238E27FC236}">
                <a16:creationId xmlns:a16="http://schemas.microsoft.com/office/drawing/2014/main" id="{3C7DBE10-F5DF-D6DC-78F6-E5B900058559}"/>
              </a:ext>
            </a:extLst>
          </p:cNvPr>
          <p:cNvSpPr txBox="1"/>
          <p:nvPr/>
        </p:nvSpPr>
        <p:spPr>
          <a:xfrm>
            <a:off x="2757237" y="3608932"/>
            <a:ext cx="5888913" cy="1076418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 </a:t>
            </a: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nums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 [1, 5, 8, 10, 15, 20];</a:t>
            </a:r>
            <a:b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const </a:t>
            </a: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smallNums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 </a:t>
            </a: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nums.filter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(num =&gt; num &lt;= 10 ) ; ……//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শর্ত সত্যি হলেই ট্রু রিটার্ন হয়</a:t>
            </a:r>
            <a:endParaRPr lang="en-US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console.log(</a:t>
            </a:r>
            <a:r>
              <a:rPr lang="en-US" sz="11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smallNums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); // </a:t>
            </a:r>
            <a:r>
              <a:rPr lang="as-I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আউটপুট: [1, 5, 8, 10]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5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reduce() explain with example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 </a:t>
            </a:r>
            <a:b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</a:b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vs code array-methods.js</a:t>
            </a:r>
            <a:br>
              <a:rPr lang="en" sz="3700" dirty="0"/>
            </a:br>
            <a:endParaRPr sz="3700" dirty="0"/>
          </a:p>
        </p:txBody>
      </p:sp>
      <p:sp>
        <p:nvSpPr>
          <p:cNvPr id="755" name="Google Shape;755;p95"/>
          <p:cNvSpPr txBox="1"/>
          <p:nvPr/>
        </p:nvSpPr>
        <p:spPr>
          <a:xfrm>
            <a:off x="497850" y="1158994"/>
            <a:ext cx="7903200" cy="20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reduce() হলো JavaScript array method যা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array-এর সব elements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একটি single value তে reduce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Callback function দুইটি parameter নেয়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Accumulator – previous computation result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Value – current element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Optional initial value দেয়া যায় accumulator-এর জন্য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Non-mutating –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Original array change হয় না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>
          <a:extLst>
            <a:ext uri="{FF2B5EF4-FFF2-40B4-BE49-F238E27FC236}">
              <a16:creationId xmlns:a16="http://schemas.microsoft.com/office/drawing/2014/main" id="{B705F034-459A-68D1-1100-0250200B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95">
            <a:extLst>
              <a:ext uri="{FF2B5EF4-FFF2-40B4-BE49-F238E27FC236}">
                <a16:creationId xmlns:a16="http://schemas.microsoft.com/office/drawing/2014/main" id="{1C439653-2296-DC01-A4A2-2E595B0538DE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reduce() explain with example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 </a:t>
            </a:r>
            <a:b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</a:b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pace Grotesk"/>
                <a:cs typeface="Space Grotesk"/>
                <a:sym typeface="Space Grotesk"/>
              </a:rPr>
              <a:t>vs code array-methods.js</a:t>
            </a:r>
            <a:br>
              <a:rPr lang="en" sz="3700" dirty="0"/>
            </a:br>
            <a:endParaRPr sz="3700" dirty="0"/>
          </a:p>
        </p:txBody>
      </p:sp>
      <p:sp>
        <p:nvSpPr>
          <p:cNvPr id="755" name="Google Shape;755;p95">
            <a:extLst>
              <a:ext uri="{FF2B5EF4-FFF2-40B4-BE49-F238E27FC236}">
                <a16:creationId xmlns:a16="http://schemas.microsoft.com/office/drawing/2014/main" id="{019A3032-7855-C7A8-E876-115929BDC8EF}"/>
              </a:ext>
            </a:extLst>
          </p:cNvPr>
          <p:cNvSpPr txBox="1"/>
          <p:nvPr/>
        </p:nvSpPr>
        <p:spPr>
          <a:xfrm>
            <a:off x="497850" y="1158994"/>
            <a:ext cx="7903200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ts val="1425"/>
              </a:lnSpc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49" charset="0"/>
              </a:rPr>
              <a:t>// Example 1 ====================================</a:t>
            </a:r>
            <a:endParaRPr lang="en-US" sz="900" b="0" dirty="0">
              <a:solidFill>
                <a:srgbClr val="FF7B7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nestedArrayReduce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]];</a:t>
            </a: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nestedArrayReduce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prevValue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cuurentValue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prevValue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cuurentValue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"reduce"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232,24</a:t>
            </a:r>
          </a:p>
          <a:p>
            <a:pPr>
              <a:lnSpc>
                <a:spcPts val="1425"/>
              </a:lnSpc>
              <a:buNone/>
            </a:pP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900" dirty="0">
                <a:solidFill>
                  <a:srgbClr val="8B949E"/>
                </a:solidFill>
                <a:latin typeface="Consolas" panose="020B0609020204030204" pitchFamily="49" charset="0"/>
              </a:rPr>
              <a:t>Example 2: 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method chaining with .flat() ========================</a:t>
            </a: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reduce2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nestedArrayReduce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prevValue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cuurentValue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prevValue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cuurentValue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900" dirty="0">
                <a:solidFill>
                  <a:srgbClr val="8B949E"/>
                </a:solidFill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900" dirty="0">
                <a:solidFill>
                  <a:srgbClr val="8B949E"/>
                </a:solidFill>
                <a:latin typeface="Consolas" panose="020B0609020204030204" pitchFamily="49" charset="0"/>
              </a:rPr>
              <a:t>Example 3: 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with initial value ====================================</a:t>
            </a: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"reduce2 :"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reduce2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49</a:t>
            </a: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reduceInitialValueAdd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nestedArrayReduce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flat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prevValue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cuurentValue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prevValue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cuurentValue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here, 100 Initial value for "accumulator"</a:t>
            </a: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reduceInitialValueAdd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 :"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reduceInitialValueAdd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9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reduceInitialValueAdd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: 149</a:t>
            </a:r>
          </a:p>
          <a:p>
            <a:pPr>
              <a:lnSpc>
                <a:spcPts val="1425"/>
              </a:lnSpc>
              <a:buNone/>
            </a:pP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900" dirty="0">
                <a:solidFill>
                  <a:srgbClr val="8B949E"/>
                </a:solidFill>
                <a:latin typeface="Consolas" panose="020B0609020204030204" pitchFamily="49" charset="0"/>
              </a:rPr>
              <a:t>Example 4: 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=============================</a:t>
            </a: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arrayReduce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,];</a:t>
            </a:r>
            <a:b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reduceSingleArray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arrayReduce</a:t>
            </a:r>
            <a:r>
              <a:rPr lang="en-US" sz="900" b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 err="1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reduce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prevValue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cuurentValue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900" b="0" dirty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prevValue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b="0" dirty="0" err="1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cuurentValue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900" b="0" dirty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b="0" dirty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 err="1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reduceSingleArray</a:t>
            </a:r>
            <a:r>
              <a:rPr lang="en-US" sz="9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900" b="0" dirty="0" err="1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reduceSingleArray</a:t>
            </a:r>
            <a:r>
              <a:rPr lang="en-US" sz="9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sz="900" b="0" dirty="0" err="1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reduceSingleArray</a:t>
            </a:r>
            <a:r>
              <a:rPr lang="en-US" sz="9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23</a:t>
            </a:r>
            <a:endParaRPr lang="en-US" sz="9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641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6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slice() vs splice()</a:t>
            </a:r>
            <a:endParaRPr sz="3700"/>
          </a:p>
        </p:txBody>
      </p:sp>
      <p:sp>
        <p:nvSpPr>
          <p:cNvPr id="761" name="Google Shape;761;p96"/>
          <p:cNvSpPr txBox="1"/>
          <p:nvPr/>
        </p:nvSpPr>
        <p:spPr>
          <a:xfrm>
            <a:off x="497850" y="1056725"/>
            <a:ext cx="5614192" cy="2900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slice() এবং splice() দুটোই JavaScript array method, কিন্তু তাদের behavior আলাদা।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slice()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Purpose: Array-এর একটি portion extract করে new array return করে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Mutates original array: ❌ (original array change হয় 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Syntax: array.slice(startIndex, endIndex) → endIndex exclusive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splice()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Purpose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Array থেকে element remove বা insert করে original array modify করে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Mutates original array: ✅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Syntax: array.splice(startIndex, deleteCount, item1, item2, ...)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" name="Google Shape;761;p96">
            <a:extLst>
              <a:ext uri="{FF2B5EF4-FFF2-40B4-BE49-F238E27FC236}">
                <a16:creationId xmlns:a16="http://schemas.microsoft.com/office/drawing/2014/main" id="{209AC52D-47C6-F6E9-5CB5-84D0BA94D37B}"/>
              </a:ext>
            </a:extLst>
          </p:cNvPr>
          <p:cNvSpPr txBox="1"/>
          <p:nvPr/>
        </p:nvSpPr>
        <p:spPr>
          <a:xfrm>
            <a:off x="5763125" y="1485851"/>
            <a:ext cx="3206417" cy="1755835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originalArray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 ['a', 'b', 'c', 'd', 'e'];// 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১ম থেকে ৩য় ইন্ডেক্স পর্যন্ত কাটবো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let 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newArray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= 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originalArray.slice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(1, 3); // output: ['b', 'c’]</a:t>
            </a: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console.log(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newArray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);      // ['b', 'c'] (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নতুন অ্যারে)</a:t>
            </a:r>
            <a:endParaRPr lang="en-US" sz="9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lvl="0">
              <a:lnSpc>
                <a:spcPct val="115000"/>
              </a:lnSpc>
              <a:spcBef>
                <a:spcPts val="1200"/>
              </a:spcBef>
            </a:pP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console.log(</a:t>
            </a:r>
            <a:r>
              <a:rPr lang="en-US" sz="900" dirty="0" err="1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originalArray</a:t>
            </a:r>
            <a:r>
              <a:rPr lang="en-US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); // ['a', 'b', 'c', 'd', 'e'] (</a:t>
            </a:r>
            <a:r>
              <a:rPr lang="as-IN" sz="9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মূল অ্যারে একই আছে)</a:t>
            </a:r>
            <a:endParaRPr sz="9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97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Shallow vs Deep copy</a:t>
            </a:r>
            <a:endParaRPr sz="3700"/>
          </a:p>
        </p:txBody>
      </p:sp>
      <p:sp>
        <p:nvSpPr>
          <p:cNvPr id="767" name="Google Shape;767;p97"/>
          <p:cNvSpPr txBox="1"/>
          <p:nvPr/>
        </p:nvSpPr>
        <p:spPr>
          <a:xfrm>
            <a:off x="497850" y="1056725"/>
            <a:ext cx="7903200" cy="2900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JavaScript-এ Shallow copy এবং Deep copy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array বা object copy করার দুইটি ধরন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এবং এদের মধ্যে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পার্থক্য হলো কিভাবে nested structures handle 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Shallow Copy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কেবল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top-level elements copy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Nested objects বা arrays reference হিসেবে copy হয়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original পরিবর্তন হলে copy তেও পরিবর্তন হয়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Object.assign(), spread operator ..., Array.slice()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Deep Copy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সমস্ত level copy করে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nested objects আলাদা memory তে থাকে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Original পরিবর্তন হলেও copy change হয় না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Methods: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JSON.parse(JSON.stringify(obj)),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structuredClone() (modern JS),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recursive function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98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Spread operator</a:t>
            </a:r>
            <a:endParaRPr sz="3700"/>
          </a:p>
        </p:txBody>
      </p:sp>
      <p:sp>
        <p:nvSpPr>
          <p:cNvPr id="773" name="Google Shape;773;p98"/>
          <p:cNvSpPr txBox="1"/>
          <p:nvPr/>
        </p:nvSpPr>
        <p:spPr>
          <a:xfrm>
            <a:off x="497850" y="1056725"/>
            <a:ext cx="7903200" cy="2398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Spread Operator (...) হলো JavaScript feature যা array বা object-এর elements কে expand বা spread করার জন্য ব্যবহৃত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Copying array / object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Merging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arrays / objects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Function arguments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Shallow copy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Array বা object copy করতে ব্যবহার করা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Nested objects/rules shared → shallow copy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99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Destructuring</a:t>
            </a:r>
            <a:endParaRPr sz="3700" dirty="0">
              <a:highlight>
                <a:srgbClr val="FF00FF"/>
              </a:highlight>
            </a:endParaRPr>
          </a:p>
        </p:txBody>
      </p:sp>
      <p:sp>
        <p:nvSpPr>
          <p:cNvPr id="779" name="Google Shape;779;p99"/>
          <p:cNvSpPr txBox="1"/>
          <p:nvPr/>
        </p:nvSpPr>
        <p:spPr>
          <a:xfrm>
            <a:off x="497850" y="1056725"/>
            <a:ext cx="7903200" cy="88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Destructuring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হলো JavaScript feature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array বা object থেকে values কে extract করে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variables-এ সহজে assign করার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জন্য ব্যবহার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100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Object.freeze vs seal</a:t>
            </a:r>
            <a:endParaRPr sz="3700"/>
          </a:p>
        </p:txBody>
      </p:sp>
      <p:sp>
        <p:nvSpPr>
          <p:cNvPr id="785" name="Google Shape;785;p100"/>
          <p:cNvSpPr txBox="1"/>
          <p:nvPr/>
        </p:nvSpPr>
        <p:spPr>
          <a:xfrm>
            <a:off x="497850" y="1056725"/>
            <a:ext cx="7903200" cy="216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Object.freeze()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completely immutable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হয়ে যায়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No add, no delete, no update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Nested objects shallow freeze হয় (deep না)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Object.seal()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Properties add বা delete করা যাবে না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কিন্তু existing properties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update করা যাবে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101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Prototype</a:t>
            </a:r>
            <a:r>
              <a:rPr lang="en" sz="3700" dirty="0"/>
              <a:t> কী?</a:t>
            </a:r>
            <a:endParaRPr sz="3700" dirty="0"/>
          </a:p>
        </p:txBody>
      </p:sp>
      <p:sp>
        <p:nvSpPr>
          <p:cNvPr id="791" name="Google Shape;791;p101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Prototype হলো JavaScript-এর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mechanism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যার মাধ্যমে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objects একে অপরের কাছ থেকে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properties ও methods inherit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করে।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JavaScript-এ inheritance prototype chain দিয়ে কাজ করে, class না, object-to-object linkage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দিয়ে।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প্রতিটি JavaScript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object-এর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internal property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থাকে → [[Prototype]]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 সাধারণত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access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করা হয়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__proto__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বা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Object.getPrototypeOf()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দিয়ে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যদি কোন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property object-এ না পাওয়া 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prototype chain ধরে উপরের object-এ খোঁজে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02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DOM কী?</a:t>
            </a:r>
            <a:endParaRPr sz="3700"/>
          </a:p>
        </p:txBody>
      </p:sp>
      <p:sp>
        <p:nvSpPr>
          <p:cNvPr id="797" name="Google Shape;797;p102"/>
          <p:cNvSpPr txBox="1"/>
          <p:nvPr/>
        </p:nvSpPr>
        <p:spPr>
          <a:xfrm>
            <a:off x="497850" y="1056725"/>
            <a:ext cx="7903200" cy="259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(Document Object Model) হলো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একটি programming interface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HTML document কে tree structure আকারে represent করে,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যাতে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দিয়ে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web page dynamically change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করা যায়।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HTML কে parse করে একটি tree of nodes বানায়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প্রতিটি HTML element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DOM-এর একটি object (node)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 দিয়ে আমরা: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Element select করতে পারি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Content change করতে পারি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Style modify করতে পারি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add করতে পারি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103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Event bubbling</a:t>
            </a:r>
            <a:endParaRPr sz="3700"/>
          </a:p>
        </p:txBody>
      </p:sp>
      <p:sp>
        <p:nvSpPr>
          <p:cNvPr id="803" name="Google Shape;803;p103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Bubbling হলো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JavaScript event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propagation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mechanism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 কোনো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element-এ event ঘটলে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সেটি ভিতর থেকে বাইরে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(child → parent → document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দিকে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propagate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Default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behavior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হলো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bubbling phase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প্রথমে target element-এ trigger 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তারপর parent, তারপর grandparent পর্যন্ত যায়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stopPropagation()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 করে bubbling থামানো যায়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4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Event capturing</a:t>
            </a:r>
            <a:endParaRPr sz="3700" dirty="0">
              <a:highlight>
                <a:srgbClr val="FF00FF"/>
              </a:highlight>
            </a:endParaRPr>
          </a:p>
        </p:txBody>
      </p:sp>
      <p:sp>
        <p:nvSpPr>
          <p:cNvPr id="809" name="Google Shape;809;p104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Capturing (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Trickling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হলো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event propagation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-এর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প্রথম phase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উপরের element (document/window) থেকে শুরু হয়ে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target element-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এর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দিকে নিচে নামে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Event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propagation-এর first phase হলো capturing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Default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ভাবে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capturing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disabled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থাকে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addEventListener(event, handler, true)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দিলে capturing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enable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5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preventDefault()</a:t>
            </a:r>
            <a:endParaRPr sz="3700" dirty="0"/>
          </a:p>
        </p:txBody>
      </p:sp>
      <p:sp>
        <p:nvSpPr>
          <p:cNvPr id="815" name="Google Shape;815;p105"/>
          <p:cNvSpPr txBox="1"/>
          <p:nvPr/>
        </p:nvSpPr>
        <p:spPr>
          <a:xfrm>
            <a:off x="497850" y="1056725"/>
            <a:ext cx="7903200" cy="1619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preventDefault()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object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-এর একটি method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যা কোনো element-এর default browser behavior বন্ধ করে দেয়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এর built-in action থামিয়ে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দেয়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Form submit, link redirect, checkbox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toggle ইত্যাদিতে বেশি ব্যবহৃত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Bubbling বন্ধ করে না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শুধু default behavior বন্ধ 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06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stopPropagation()</a:t>
            </a:r>
            <a:endParaRPr sz="3700"/>
          </a:p>
        </p:txBody>
      </p:sp>
      <p:sp>
        <p:nvSpPr>
          <p:cNvPr id="821" name="Google Shape;821;p106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stopPropagation()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object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-এর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method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যা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bubbling বা capturing বন্ধ করে দেয়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অর্থাৎ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আর parent elements-এ propagate হয় 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Event propagation থামায়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Default browser behavior বন্ধ করে না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(ওটার জন্য preventDefault() লাগে)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Bubbling এবং capturing – দুই phase এই কাজ 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107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localStorage vs sessionStorage</a:t>
            </a:r>
            <a:endParaRPr sz="3700"/>
          </a:p>
        </p:txBody>
      </p:sp>
      <p:sp>
        <p:nvSpPr>
          <p:cNvPr id="827" name="Google Shape;827;p107"/>
          <p:cNvSpPr txBox="1"/>
          <p:nvPr/>
        </p:nvSpPr>
        <p:spPr>
          <a:xfrm>
            <a:off x="497850" y="1056725"/>
            <a:ext cx="7903200" cy="3095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localStorage এবং sessionStorage দুটোই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Web Storage API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browser-এ data store করার জন্য ব্যবহার 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কিন্তু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lifetime আলাদা।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localStorage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permanently store থাকে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close বা PC restart হলেও data থাকে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Manually clear না করা পর্যন্ত delete হয় না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Limit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প্রায়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5–10 MB per domain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sessionStorage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শুধুমাত্র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tab/session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পর্যন্ত থাকে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Tab close করলে data automatically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delete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Same tab-এর ভিতর accessible</a:t>
            </a:r>
            <a:endParaRPr sz="1100" dirty="0">
              <a:solidFill>
                <a:srgbClr val="FFFFFF"/>
              </a:solidFill>
              <a:highlight>
                <a:srgbClr val="008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108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Cookie</a:t>
            </a:r>
            <a:r>
              <a:rPr lang="en" sz="3700" dirty="0"/>
              <a:t> কী?</a:t>
            </a:r>
            <a:endParaRPr sz="3700" dirty="0"/>
          </a:p>
        </p:txBody>
      </p:sp>
      <p:sp>
        <p:nvSpPr>
          <p:cNvPr id="833" name="Google Shape;833;p108"/>
          <p:cNvSpPr txBox="1"/>
          <p:nvPr/>
        </p:nvSpPr>
        <p:spPr>
          <a:xfrm>
            <a:off x="497850" y="1056725"/>
            <a:ext cx="7903200" cy="3638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Cookie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browser-এ store করা ছোট data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server এবং client উভয়ের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সাথে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automatically exchange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হয় HTTP request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-এর সাথে।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এটি মূলত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authentication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session management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user tracking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-এর জন্য ব্যবহৃত 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Cookie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client-side এ store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প্রতিটি HTTP request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-এর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সাথে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cookie automatically server-এ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Size limit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খুব ছোট 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প্রায় 4KB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Expiry date set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 যায় 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session cookie বা persistent cookie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Types of Cookies: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Session Cookie → browser close হলে delete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Persistent Cookie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→ expiry date পর্যন্ত থাকে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HttpOnly Cookie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JS দিয়ে access করা যায় না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secure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Secure Cookie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শুধু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HTTPS এ কাজ করে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09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BOM</a:t>
            </a:r>
            <a:r>
              <a:rPr lang="en" sz="3700" dirty="0"/>
              <a:t> কী?</a:t>
            </a:r>
            <a:endParaRPr sz="3700" dirty="0"/>
          </a:p>
        </p:txBody>
      </p:sp>
      <p:sp>
        <p:nvSpPr>
          <p:cNvPr id="839" name="Google Shape;839;p109"/>
          <p:cNvSpPr txBox="1"/>
          <p:nvPr/>
        </p:nvSpPr>
        <p:spPr>
          <a:xfrm>
            <a:off x="497850" y="1056725"/>
            <a:ext cx="7903200" cy="3176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BOM (Browser Object Model) হলো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interface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window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browser-related objects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access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এবং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control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করার সুযোগ দেয়।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vs BOM: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DOM → document content control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BOM →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environment control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window, location, navigator, history, screen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No standard specification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browser-specific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Common BOM objects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window 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main object, browser window represent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navigator 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info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screen → screen resolution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location 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URL info, redirect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+mj-lt"/>
              <a:buAutoNum type="arabicPeriod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history 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back/forward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navigation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10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Reflow &amp; Repaint</a:t>
            </a:r>
            <a:endParaRPr sz="3700" dirty="0">
              <a:highlight>
                <a:srgbClr val="FF00FF"/>
              </a:highlight>
            </a:endParaRPr>
          </a:p>
        </p:txBody>
      </p:sp>
      <p:sp>
        <p:nvSpPr>
          <p:cNvPr id="845" name="Google Shape;845;p110"/>
          <p:cNvSpPr txBox="1"/>
          <p:nvPr/>
        </p:nvSpPr>
        <p:spPr>
          <a:xfrm>
            <a:off x="497850" y="1056725"/>
            <a:ext cx="7903200" cy="406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Reflow এবং Repaint হলো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rendering process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-এর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দুইটি stage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যা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DOM বা CSS পরিবর্তনের পর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page update করার জন্য ঘটে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Reflow (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Layout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Trigger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হয় যখন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DOM structure বা element size/position change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পুনরায় layout calculate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Heavy operation → performance impact বেশি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element add/remove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width, height, padding, margin change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font change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Repaint (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Redraw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Trigger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হয় যখন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element appearance change হয়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কিন্তু layout একই থাকে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শুধু paint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size/position calculate করে না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Examples: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background-color change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text color change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111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Debounce কী? </a:t>
            </a:r>
            <a:r>
              <a:rPr lang="en" sz="2400" dirty="0"/>
              <a:t>vscode </a:t>
            </a:r>
            <a:r>
              <a:rPr lang="en-US" sz="2400" dirty="0"/>
              <a:t>C</a:t>
            </a:r>
            <a:r>
              <a:rPr lang="en" sz="2400" dirty="0"/>
              <a:t>lass-js</a:t>
            </a:r>
            <a:endParaRPr sz="3700" dirty="0"/>
          </a:p>
        </p:txBody>
      </p:sp>
      <p:sp>
        <p:nvSpPr>
          <p:cNvPr id="851" name="Google Shape;851;p111"/>
          <p:cNvSpPr txBox="1"/>
          <p:nvPr/>
        </p:nvSpPr>
        <p:spPr>
          <a:xfrm>
            <a:off x="497850" y="1056725"/>
            <a:ext cx="7903200" cy="216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হলো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technique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যা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rapid-fire events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(যেমন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scroll, resize, keypress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কে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control করে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নির্দিষ্ট </a:t>
            </a:r>
            <a:r>
              <a:rPr lang="en" sz="1100" dirty="0">
                <a:solidFill>
                  <a:srgbClr val="FFFFFF"/>
                </a:solidFill>
                <a:highlight>
                  <a:srgbClr val="808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delay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পরে function execute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করে।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এতে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unnecessary frequent calls avoid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 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performance improve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Function শেষ call হওয়ার পর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নির্দিষ্ট time delay পার হলে execute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 use-cases: search input,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window resize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scroll events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Reduces CPU load and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improves performance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112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Throttle কী?</a:t>
            </a:r>
            <a:endParaRPr sz="3700" dirty="0"/>
          </a:p>
        </p:txBody>
      </p:sp>
      <p:sp>
        <p:nvSpPr>
          <p:cNvPr id="857" name="Google Shape;857;p112"/>
          <p:cNvSpPr txBox="1"/>
          <p:nvPr/>
        </p:nvSpPr>
        <p:spPr>
          <a:xfrm>
            <a:off x="497850" y="1056725"/>
            <a:ext cx="7903200" cy="255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Throttle হলো একটি technique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যা rapid-fire events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-এর function execution rate limit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নির্দিষ্ট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interval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 অনুযায়ী function execute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এতে performance improve হয়, কারণ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function প্রতি event-এ call হয় না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Function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fixed time interval পর পর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execute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Common use-cases: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scroll, resize, mousemove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vs Throttle: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>
              <a:lnSpc>
                <a:spcPct val="115000"/>
              </a:lnSpc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Debounce → Function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শেষ call হওয়ার পর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execute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Throttle → fixed interval এ execute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113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Memoization কী? </a:t>
            </a:r>
            <a:r>
              <a:rPr lang="en-US" sz="3700" dirty="0"/>
              <a:t>V</a:t>
            </a:r>
            <a:r>
              <a:rPr lang="en" sz="3700" dirty="0"/>
              <a:t>s code</a:t>
            </a:r>
            <a:endParaRPr sz="3700" dirty="0"/>
          </a:p>
        </p:txBody>
      </p:sp>
      <p:sp>
        <p:nvSpPr>
          <p:cNvPr id="863" name="Google Shape;863;p113"/>
          <p:cNvSpPr txBox="1"/>
          <p:nvPr/>
        </p:nvSpPr>
        <p:spPr>
          <a:xfrm>
            <a:off x="497850" y="1056725"/>
            <a:ext cx="7903200" cy="278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Memoization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optimization technique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function-এর results cache করা 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যাতে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একই input-এর জন্য আগের computation reuse করা যায়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এবং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performance improve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Pure function-এর সাথে বেশি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use 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Reduces redundant computations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Commonly recursive functions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যেমন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Fibonacci series বা factorial optimization-এ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 হয়</a:t>
            </a: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endParaRPr lang="en"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>
              <a:lnSpc>
                <a:spcPct val="115000"/>
              </a:lnSpc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https://www.freecodecamp.org/news/memoization-in-javascript-and-react/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14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Lazy loading </a:t>
            </a:r>
            <a:r>
              <a:rPr lang="en" sz="3700" dirty="0"/>
              <a:t>কী?</a:t>
            </a:r>
            <a:endParaRPr sz="3700" dirty="0"/>
          </a:p>
        </p:txBody>
      </p:sp>
      <p:sp>
        <p:nvSpPr>
          <p:cNvPr id="869" name="Google Shape;869;p114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Lazy Loading হলো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technique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যেখানে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resource (image, script, component) শুধুমাত্র তখন load হয় যখন সেটা প্রয়োজন হয়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বা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viewport-এ দেখা যায়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Performance optimization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initial load কমানো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Common use-cases: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images, videos, components in SPA (</a:t>
            </a:r>
            <a:r>
              <a:rPr lang="en-US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Single-Page Application</a:t>
            </a:r>
            <a:r>
              <a:rPr lang="en-US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(React, Angular, Vue)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Reduces bandwidth usage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and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improves page speed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115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/>
              <a:t>Tree shaking কী? </a:t>
            </a:r>
            <a:r>
              <a:rPr lang="en-US" sz="2800" dirty="0"/>
              <a:t>J</a:t>
            </a:r>
            <a:r>
              <a:rPr lang="en" sz="2800" dirty="0"/>
              <a:t>s-exam: SS</a:t>
            </a:r>
            <a:endParaRPr sz="3700" dirty="0"/>
          </a:p>
        </p:txBody>
      </p:sp>
      <p:sp>
        <p:nvSpPr>
          <p:cNvPr id="875" name="Google Shape;875;p115"/>
          <p:cNvSpPr txBox="1"/>
          <p:nvPr/>
        </p:nvSpPr>
        <p:spPr>
          <a:xfrm>
            <a:off x="497850" y="1056725"/>
            <a:ext cx="7903200" cy="18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Tree Shaking হলো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optimization technique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JavaScript bundler (যেমন Webpack, Rollup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ব্যবহার করে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unused code বা dead code কে remove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bundle size কমায়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ES6 modules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(import/export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এর সাথে কাজ 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Only used exports bundle-এ থাকে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Improves performance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smaller file size, faster load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116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Code splitting কী?</a:t>
            </a:r>
            <a:endParaRPr sz="3700"/>
          </a:p>
        </p:txBody>
      </p:sp>
      <p:sp>
        <p:nvSpPr>
          <p:cNvPr id="881" name="Google Shape;881;p116"/>
          <p:cNvSpPr txBox="1"/>
          <p:nvPr/>
        </p:nvSpPr>
        <p:spPr>
          <a:xfrm>
            <a:off x="497850" y="1056725"/>
            <a:ext cx="7903200" cy="2398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Code Splitting হলো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optimization technique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application code কে multiple smaller bundles এ divide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করে,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যাতে শুধু প্রয়োজনীয় code load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Improves performance 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initial load কমে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Commonly used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SPA (React, Angular, Vue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Bundlers like Webpack বা Parcel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support code splitting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Techniques: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Entry points → multiple entry bundles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Dynamic imports 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lazy loading modules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117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/>
              <a:t>XSS attack কী?</a:t>
            </a:r>
            <a:endParaRPr sz="3700"/>
          </a:p>
        </p:txBody>
      </p:sp>
      <p:sp>
        <p:nvSpPr>
          <p:cNvPr id="887" name="Google Shape;887;p117"/>
          <p:cNvSpPr txBox="1"/>
          <p:nvPr/>
        </p:nvSpPr>
        <p:spPr>
          <a:xfrm>
            <a:off x="497850" y="1056725"/>
            <a:ext cx="7903200" cy="34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XSS (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Cross-Site Scripting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attack হলো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security vulnerability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attacker malicious JavaScript code inject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এবং সেই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code victim-এর browser-এ execute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Attacker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input field,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URL parameter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বা comment box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দিয়ে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script inject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সেই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script user-এর browser-এ run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হয়ে পারে: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Cookie steal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Session hijack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করতে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○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Fake UI দেখাতে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Browser মনে করে script টা trusted website থেকে এসেছে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Prevention: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User input sanitize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/ escape করা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innerHTML এর বদলে textContent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ব্যবহার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Content Security Policy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(CSP)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118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CSRF</a:t>
            </a:r>
            <a:r>
              <a:rPr lang="en" sz="3700" dirty="0"/>
              <a:t> কী?</a:t>
            </a:r>
            <a:endParaRPr sz="3700" dirty="0"/>
          </a:p>
        </p:txBody>
      </p:sp>
      <p:sp>
        <p:nvSpPr>
          <p:cNvPr id="893" name="Google Shape;893;p118"/>
          <p:cNvSpPr txBox="1"/>
          <p:nvPr/>
        </p:nvSpPr>
        <p:spPr>
          <a:xfrm>
            <a:off x="497850" y="1056725"/>
            <a:ext cx="7903200" cy="2900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CSRF (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Cross-Site Request Forgery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) হলো একটি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security attack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যেখানে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attacker user-এর browser কে trick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authenticated session ব্যবহার করে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unwanted action perform করতে বাধ্য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Attacker user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কে কোনো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malicious link বা form submit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করায়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Victim logged-in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থাকে 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browser automatically session cookie পাঠায়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Result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: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unwanted transaction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password change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fund transfer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ইত্যাদি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Prevention: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CSRF token use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করা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SameSite cookie attribute ব্যবহার</a:t>
            </a:r>
            <a:endParaRPr sz="1100" dirty="0">
              <a:solidFill>
                <a:srgbClr val="FFFFFF"/>
              </a:solidFill>
              <a:highlight>
                <a:srgbClr val="00800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Double submit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cookie technique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20"/>
          <p:cNvSpPr txBox="1">
            <a:spLocks noGrp="1"/>
          </p:cNvSpPr>
          <p:nvPr>
            <p:ph type="title" idx="4"/>
          </p:nvPr>
        </p:nvSpPr>
        <p:spPr>
          <a:xfrm>
            <a:off x="497850" y="511800"/>
            <a:ext cx="8148300" cy="4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700" dirty="0">
                <a:highlight>
                  <a:srgbClr val="FF00FF"/>
                </a:highlight>
              </a:rPr>
              <a:t>eval() </a:t>
            </a:r>
            <a:r>
              <a:rPr lang="en" sz="3700" dirty="0"/>
              <a:t>কেন dangerous?</a:t>
            </a:r>
            <a:endParaRPr sz="3700" dirty="0"/>
          </a:p>
        </p:txBody>
      </p:sp>
      <p:sp>
        <p:nvSpPr>
          <p:cNvPr id="905" name="Google Shape;905;p120"/>
          <p:cNvSpPr txBox="1"/>
          <p:nvPr/>
        </p:nvSpPr>
        <p:spPr>
          <a:xfrm>
            <a:off x="497850" y="1056725"/>
            <a:ext cx="7903200" cy="20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eval() হলো JavaScript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 function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যা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string হিসেবে দেওয়া code execute করে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, কিন্তু এটি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dangerous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কারণ attacker-এর injected code run হতে পারে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।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Key Points: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Security risk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malicious code execute করতে পারে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Performance impact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JS engine optimizations bypass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হয়</a:t>
            </a:r>
            <a:endParaRPr sz="1100" dirty="0">
              <a:solidFill>
                <a:srgbClr val="FFFFFF"/>
              </a:solidFill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Debugging hard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runtime string execution complicates tracing</a:t>
            </a:r>
            <a:endParaRPr sz="1100" dirty="0">
              <a:solidFill>
                <a:srgbClr val="FFFFFF"/>
              </a:solidFill>
              <a:highlight>
                <a:srgbClr val="000080"/>
              </a:highlight>
              <a:latin typeface="Space Grotesk"/>
              <a:ea typeface="Space Grotesk"/>
              <a:cs typeface="Space Grotesk"/>
              <a:sym typeface="Space Grotesk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Space Grotesk"/>
              <a:buChar char="●"/>
            </a:pP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Avoid use </a:t>
            </a:r>
            <a:r>
              <a:rPr lang="en" sz="1100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→ </a:t>
            </a:r>
            <a:r>
              <a:rPr lang="en" sz="1100" dirty="0">
                <a:solidFill>
                  <a:srgbClr val="FFFFFF"/>
                </a:solidFill>
                <a:highlight>
                  <a:srgbClr val="008000"/>
                </a:highlight>
                <a:latin typeface="Space Grotesk"/>
                <a:ea typeface="Space Grotesk"/>
                <a:cs typeface="Space Grotesk"/>
                <a:sym typeface="Space Grotesk"/>
              </a:rPr>
              <a:t>alternatives</a:t>
            </a:r>
            <a:r>
              <a:rPr lang="en" sz="1100" dirty="0">
                <a:solidFill>
                  <a:srgbClr val="FFFFFF"/>
                </a:solidFill>
                <a:highlight>
                  <a:srgbClr val="000080"/>
                </a:highlight>
                <a:latin typeface="Space Grotesk"/>
                <a:ea typeface="Space Grotesk"/>
                <a:cs typeface="Space Grotesk"/>
                <a:sym typeface="Space Grotesk"/>
              </a:rPr>
              <a:t>: JSON.parse(), functions, </a:t>
            </a:r>
            <a:r>
              <a:rPr lang="en" sz="1100" dirty="0">
                <a:solidFill>
                  <a:srgbClr val="FFFFFF"/>
                </a:solidFill>
                <a:highlight>
                  <a:srgbClr val="FF00FF"/>
                </a:highlight>
                <a:latin typeface="Space Grotesk"/>
                <a:ea typeface="Space Grotesk"/>
                <a:cs typeface="Space Grotesk"/>
                <a:sym typeface="Space Grotesk"/>
              </a:rPr>
              <a:t>template literals</a:t>
            </a:r>
            <a:endParaRPr sz="1100" dirty="0">
              <a:solidFill>
                <a:srgbClr val="FFFFFF"/>
              </a:solidFill>
              <a:highlight>
                <a:srgbClr val="FF00FF"/>
              </a:highlight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434343"/>
      </a:lt1>
      <a:dk2>
        <a:srgbClr val="B7B7B7"/>
      </a:dk2>
      <a:lt2>
        <a:srgbClr val="E7E7E7"/>
      </a:lt2>
      <a:accent1>
        <a:srgbClr val="007E6C"/>
      </a:accent1>
      <a:accent2>
        <a:srgbClr val="00E58E"/>
      </a:accent2>
      <a:accent3>
        <a:srgbClr val="CF94B4"/>
      </a:accent3>
      <a:accent4>
        <a:srgbClr val="F6B5D3"/>
      </a:accent4>
      <a:accent5>
        <a:srgbClr val="FFF269"/>
      </a:accent5>
      <a:accent6>
        <a:srgbClr val="F8ED89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2069</TotalTime>
  <Words>6261</Words>
  <Application>Microsoft Office PowerPoint</Application>
  <PresentationFormat>On-screen Show (16:9)</PresentationFormat>
  <Paragraphs>633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70</vt:i4>
      </vt:variant>
    </vt:vector>
  </HeadingPairs>
  <TitlesOfParts>
    <vt:vector size="77" baseType="lpstr">
      <vt:lpstr>Space Grotesk Light</vt:lpstr>
      <vt:lpstr>Space Grotesk Medium</vt:lpstr>
      <vt:lpstr>Space Grotesk</vt:lpstr>
      <vt:lpstr>Arial</vt:lpstr>
      <vt:lpstr>Consolas</vt:lpstr>
      <vt:lpstr>Simple Light</vt:lpstr>
      <vt:lpstr>Simple Light</vt:lpstr>
      <vt:lpstr>JavaScript কী এবং কেন ব্যবহার হয়? Diary page 0 1 April </vt:lpstr>
      <vt:lpstr>JavaScript engine কী? 2,4 April , 2, 4 May </vt:lpstr>
      <vt:lpstr>V8 engine কী? 2,4 April , 2, 4 May </vt:lpstr>
      <vt:lpstr>JS কি single-threaded? Explain. </vt:lpstr>
      <vt:lpstr>JS data types কয়টি? </vt:lpstr>
      <vt:lpstr>Primitive ও non-primitive পার্থক্য কী?</vt:lpstr>
      <vt:lpstr>var, let, const পার্থক্য কী? </vt:lpstr>
      <vt:lpstr>Hoisting কী? Pg 4,6 july </vt:lpstr>
      <vt:lpstr>undefined ও null পার্থক্য কী? </vt:lpstr>
      <vt:lpstr>== বনাম === </vt:lpstr>
      <vt:lpstr>Execution Context কী? Pg 22 June...</vt:lpstr>
      <vt:lpstr>Global execution context কী?</vt:lpstr>
      <vt:lpstr>Call stack কী? Pg 30 jun</vt:lpstr>
      <vt:lpstr>Lexical scope কী?</vt:lpstr>
      <vt:lpstr>Scope chain কী?  pg 12 july</vt:lpstr>
      <vt:lpstr>Block scope কী? 10 july</vt:lpstr>
      <vt:lpstr>Temporal Dead Zone কী? 6 july, google</vt:lpstr>
      <vt:lpstr>Closure কী? 14 july</vt:lpstr>
      <vt:lpstr>Real use-case of closure? 14 july</vt:lpstr>
      <vt:lpstr>Garbage collection কী?</vt:lpstr>
      <vt:lpstr>Function declaration vs expression </vt:lpstr>
      <vt:lpstr>Arrow function কী?   pg 25 April</vt:lpstr>
      <vt:lpstr>this keyword কীভাবে কাজ করে?  diary Pg 28 july </vt:lpstr>
      <vt:lpstr>call(), apply(), bind() পার্থক্য </vt:lpstr>
      <vt:lpstr>Higher order function কী? </vt:lpstr>
      <vt:lpstr>Callback function কী? 21 April</vt:lpstr>
      <vt:lpstr>Pure function কী?</vt:lpstr>
      <vt:lpstr>IIFE কী? 25 April</vt:lpstr>
      <vt:lpstr>Recursion কী? VS Code Class JS</vt:lpstr>
      <vt:lpstr>Currying কী?</vt:lpstr>
      <vt:lpstr>Currying কী?</vt:lpstr>
      <vt:lpstr>Synchronous vs Asynchronous</vt:lpstr>
      <vt:lpstr>Callback hell কী?</vt:lpstr>
      <vt:lpstr>Promise কী?</vt:lpstr>
      <vt:lpstr>Promise state কয়টি?</vt:lpstr>
      <vt:lpstr>Promise chaining কী?</vt:lpstr>
      <vt:lpstr>async / await কী?</vt:lpstr>
      <vt:lpstr>fetch() কীভাবে কাজ করে?</vt:lpstr>
      <vt:lpstr>Event loop কী?</vt:lpstr>
      <vt:lpstr>Microtask queue কী? </vt:lpstr>
      <vt:lpstr>setTimeout কেন delay নেয়?</vt:lpstr>
      <vt:lpstr>setTimeout কেন delay নেয়?</vt:lpstr>
      <vt:lpstr>map() vs forEach() vs code array-methods.js</vt:lpstr>
      <vt:lpstr>filter() কী? vs code array-methods.js </vt:lpstr>
      <vt:lpstr>reduce() explain with example  vs code array-methods.js </vt:lpstr>
      <vt:lpstr>reduce() explain with example  vs code array-methods.js </vt:lpstr>
      <vt:lpstr>slice() vs splice()</vt:lpstr>
      <vt:lpstr>Shallow vs Deep copy</vt:lpstr>
      <vt:lpstr>Spread operator</vt:lpstr>
      <vt:lpstr>Destructuring</vt:lpstr>
      <vt:lpstr>Object.freeze vs seal</vt:lpstr>
      <vt:lpstr>Prototype কী?</vt:lpstr>
      <vt:lpstr>DOM কী?</vt:lpstr>
      <vt:lpstr>Event bubbling</vt:lpstr>
      <vt:lpstr>Event capturing</vt:lpstr>
      <vt:lpstr>preventDefault()</vt:lpstr>
      <vt:lpstr>stopPropagation()</vt:lpstr>
      <vt:lpstr>localStorage vs sessionStorage</vt:lpstr>
      <vt:lpstr>Cookie কী?</vt:lpstr>
      <vt:lpstr>BOM কী?</vt:lpstr>
      <vt:lpstr>Reflow &amp; Repaint</vt:lpstr>
      <vt:lpstr>Debounce কী? vscode Class-js</vt:lpstr>
      <vt:lpstr>Throttle কী?</vt:lpstr>
      <vt:lpstr>Memoization কী? Vs code</vt:lpstr>
      <vt:lpstr>Lazy loading কী?</vt:lpstr>
      <vt:lpstr>Tree shaking কী? Js-exam: SS</vt:lpstr>
      <vt:lpstr>Code splitting কী?</vt:lpstr>
      <vt:lpstr>XSS attack কী?</vt:lpstr>
      <vt:lpstr>CSRF কী?</vt:lpstr>
      <vt:lpstr>eval() কেন dangerous?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কী এবং কেন ব্যবহার হয়? Diary page 0 1 April </dc:title>
  <cp:lastModifiedBy>Nabila Nuzhat Moin</cp:lastModifiedBy>
  <cp:revision>567</cp:revision>
  <dcterms:modified xsi:type="dcterms:W3CDTF">2026-05-03T09:40:36Z</dcterms:modified>
</cp:coreProperties>
</file>