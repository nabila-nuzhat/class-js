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1"/>
    <p:sldMasterId id="2147483699" r:id="rId2"/>
  </p:sldMasterIdLst>
  <p:notesMasterIdLst>
    <p:notesMasterId r:id="rId7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324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</p:sldIdLst>
  <p:sldSz cx="9144000" cy="5143500" type="screen16x9"/>
  <p:notesSz cx="6858000" cy="9144000"/>
  <p:embeddedFontLst>
    <p:embeddedFont>
      <p:font typeface="Space Grotesk" panose="020B0604020202020204" charset="0"/>
      <p:regular r:id="rId73"/>
      <p:bold r:id="rId74"/>
    </p:embeddedFont>
    <p:embeddedFont>
      <p:font typeface="Space Grotesk Light" panose="020B0604020202020204" charset="0"/>
      <p:regular r:id="rId75"/>
      <p:bold r:id="rId76"/>
    </p:embeddedFont>
    <p:embeddedFont>
      <p:font typeface="Space Grotesk Medium" panose="020B0604020202020204" charset="0"/>
      <p:regular r:id="rId77"/>
      <p:bold r:id="rId7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12908C-D88F-4C29-BC14-842A4145CC11}" v="370" dt="2026-04-22T15:03:19.133"/>
    <p1510:client id="{A38C5047-D381-4F88-8585-7C7B92A17BAF}" v="68" dt="2026-04-23T01:29:33.606"/>
    <p1510:client id="{B2791F88-11CC-46E0-A223-F32659C40A30}" v="214" dt="2026-04-23T04:06:15.682"/>
  </p1510:revLst>
</p1510:revInfo>
</file>

<file path=ppt/tableStyles.xml><?xml version="1.0" encoding="utf-8"?>
<a:tblStyleLst xmlns:a="http://schemas.openxmlformats.org/drawingml/2006/main" def="{C69FB0F3-B2E3-4281-9DBD-54BAB008E74F}">
  <a:tblStyle styleId="{C69FB0F3-B2E3-4281-9DBD-54BAB008E74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1" d="100"/>
          <a:sy n="121" d="100"/>
        </p:scale>
        <p:origin x="346" y="18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font" Target="fonts/font2.fntdata"/><Relationship Id="rId79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82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font" Target="fonts/font5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notesMaster" Target="notesMasters/notesMaster1.xml"/><Relationship Id="rId80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font" Target="fonts/font3.fntdata"/><Relationship Id="rId83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font" Target="fonts/font1.fntdata"/><Relationship Id="rId78" Type="http://schemas.openxmlformats.org/officeDocument/2006/relationships/font" Target="fonts/font6.fntdata"/><Relationship Id="rId8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4.fntdata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ab2891db4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3ab2891db4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ab2891db4b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ab2891db4b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ab2891db4b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ab2891db4b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ab2891db4b_0_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ab2891db4b_0_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ab2891db4b_0_4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ab2891db4b_0_4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ab2891db4b_0_4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3ab2891db4b_0_4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ab2891db4b_0_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3ab2891db4b_0_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ab2891db4b_0_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" name="Google Shape;542;g3ab2891db4b_0_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ab2891db4b_0_5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3ab2891db4b_0_5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ab2891db4b_0_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ab2891db4b_0_5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ab2891db4b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3ab2891db4b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ab2891db4b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3ab2891db4b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ab2891db4b_0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ab2891db4b_0_5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ab2891db4b_0_5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8" name="Google Shape;578;g3ab2891db4b_0_5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ab2891db4b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3ab2891db4b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ab2891db4b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ab2891db4b_0_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ab2891db4b_0_5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g3ab2891db4b_0_5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ab2891db4b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ab2891db4b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ab2891db4b_0_5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3ab2891db4b_0_5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ab2891db4b_0_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ab2891db4b_0_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ab2891db4b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ab2891db4b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3ab2891db4b_0_5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3ab2891db4b_0_5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3ab2891db4b_0_5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3ab2891db4b_0_5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ab2891db4b_0_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8" name="Google Shape;638;g3ab2891db4b_0_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ab2891db4b_0_5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ab2891db4b_0_5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3ab2891db4b_0_6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3ab2891db4b_0_6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ab2891db4b_0_6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6" name="Google Shape;656;g3ab2891db4b_0_6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ab2891db4b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2" name="Google Shape;662;g3ab2891db4b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ab2891db4b_0_6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ab2891db4b_0_6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>
          <a:extLst>
            <a:ext uri="{FF2B5EF4-FFF2-40B4-BE49-F238E27FC236}">
              <a16:creationId xmlns:a16="http://schemas.microsoft.com/office/drawing/2014/main" id="{6CF99991-58AC-5338-5E37-FB96D058A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>
            <a:extLst>
              <a:ext uri="{FF2B5EF4-FFF2-40B4-BE49-F238E27FC236}">
                <a16:creationId xmlns:a16="http://schemas.microsoft.com/office/drawing/2014/main" id="{2A9ACD3F-264F-24AC-AB27-F1E555CE34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>
            <a:extLst>
              <a:ext uri="{FF2B5EF4-FFF2-40B4-BE49-F238E27FC236}">
                <a16:creationId xmlns:a16="http://schemas.microsoft.com/office/drawing/2014/main" id="{3491CF0B-F273-394A-1F21-ACD7F95A6D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31568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ab2891db4b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3ab2891db4b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ab2891db4b_0_6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3ab2891db4b_0_6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ab2891db4b_0_6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ab2891db4b_0_6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ab2891db4b_0_6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ab2891db4b_0_6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3ab2891db4b_0_6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3ab2891db4b_0_6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ab2891db4b_0_6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ab2891db4b_0_6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ab2891db4b_0_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3ab2891db4b_0_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ab2891db4b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3ab2891db4b_0_6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3ab2891db4b_0_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8" name="Google Shape;728;g3ab2891db4b_0_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ab2891db4b_0_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3ab2891db4b_0_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ab2891db4b_0_6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0" name="Google Shape;740;g3ab2891db4b_0_6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3ab2891db4b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3ab2891db4b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ab2891db4b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3ab2891db4b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ab2891db4b_0_6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3ab2891db4b_0_6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ab2891db4b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4" name="Google Shape;764;g3ab2891db4b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3ab2891db4b_0_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3ab2891db4b_0_7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3ab2891db4b_0_7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3ab2891db4b_0_7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g3b3eea1e2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2" name="Google Shape;782;g3b3eea1e2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3b3eea1e2b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8" name="Google Shape;788;g3b3eea1e2b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3b3eea1e2b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3b3eea1e2bf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3b3eea1e2b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3b3eea1e2b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b3eea1e2b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3b3eea1e2b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b3eea1e2bf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3b3eea1e2bf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b3eea1e2bf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b3eea1e2bf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g3b3eea1e2b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4" name="Google Shape;824;g3b3eea1e2b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b3eea1e2bf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b3eea1e2bf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g3b3eea1e2bf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6" name="Google Shape;836;g3b3eea1e2bf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g3b3eea1e2b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2" name="Google Shape;842;g3b3eea1e2b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b3eea1e2b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b3eea1e2b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b3eea1e2b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3b3eea1e2bf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g3b3eea1e2b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0" name="Google Shape;860;g3b3eea1e2b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b3eea1e2bf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6" name="Google Shape;866;g3b3eea1e2bf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b3eea1e2bf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2" name="Google Shape;872;g3b3eea1e2bf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3b3eea1e2bf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8" name="Google Shape;878;g3b3eea1e2bf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g3b3eea1e2bf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4" name="Google Shape;884;g3b3eea1e2bf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3b3eea1e2bf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3b3eea1e2bf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g3b3eea1e2bf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6" name="Google Shape;896;g3b3eea1e2bf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b3eea1e2bf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2" name="Google Shape;902;g3b3eea1e2bf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TITLE_1_2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title"/>
          </p:nvPr>
        </p:nvSpPr>
        <p:spPr>
          <a:xfrm>
            <a:off x="716836" y="2603560"/>
            <a:ext cx="77757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title" idx="2"/>
          </p:nvPr>
        </p:nvSpPr>
        <p:spPr>
          <a:xfrm>
            <a:off x="699978" y="4174219"/>
            <a:ext cx="4909500" cy="330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title" idx="3"/>
          </p:nvPr>
        </p:nvSpPr>
        <p:spPr>
          <a:xfrm>
            <a:off x="716836" y="3459250"/>
            <a:ext cx="7673400" cy="678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 idx="4"/>
          </p:nvPr>
        </p:nvSpPr>
        <p:spPr>
          <a:xfrm>
            <a:off x="699978" y="734269"/>
            <a:ext cx="4299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59" name="Google Shape;59;p14"/>
          <p:cNvGrpSpPr/>
          <p:nvPr/>
        </p:nvGrpSpPr>
        <p:grpSpPr>
          <a:xfrm>
            <a:off x="6871890" y="501597"/>
            <a:ext cx="139297" cy="110523"/>
            <a:chOff x="2601950" y="1974675"/>
            <a:chExt cx="2474200" cy="1963100"/>
          </a:xfrm>
        </p:grpSpPr>
        <p:sp>
          <p:nvSpPr>
            <p:cNvPr id="60" name="Google Shape;60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1" name="Google Shape;61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2" name="Google Shape;62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3" name="Google Shape;63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4" name="Google Shape;64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5" name="Google Shape;65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6" name="Google Shape;66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67" name="Google Shape;67;p14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68" name="Google Shape;68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9" name="Google Shape;69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0" name="Google Shape;70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1" name="Google Shape;71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2" name="Google Shape;72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3" name="Google Shape;73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75" name="Google Shape;75;p14"/>
          <p:cNvGrpSpPr/>
          <p:nvPr/>
        </p:nvGrpSpPr>
        <p:grpSpPr>
          <a:xfrm>
            <a:off x="4265152" y="4275922"/>
            <a:ext cx="139297" cy="110523"/>
            <a:chOff x="2601950" y="1974675"/>
            <a:chExt cx="2474200" cy="1963100"/>
          </a:xfrm>
        </p:grpSpPr>
        <p:sp>
          <p:nvSpPr>
            <p:cNvPr id="76" name="Google Shape;76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7" name="Google Shape;77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8" name="Google Shape;78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1" name="Google Shape;81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2" name="Google Shape;82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orient="horz" pos="2772" userDrawn="1">
          <p15:clr>
            <a:srgbClr val="E46962"/>
          </p15:clr>
        </p15:guide>
        <p15:guide id="4" pos="5292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601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3081" userDrawn="1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- Alt 1">
  <p:cSld name="BLANK_1_1_1_1_1_1_1">
    <p:bg>
      <p:bgPr>
        <a:solidFill>
          <a:schemeClr val="dk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5"/>
          <p:cNvGrpSpPr/>
          <p:nvPr/>
        </p:nvGrpSpPr>
        <p:grpSpPr>
          <a:xfrm>
            <a:off x="0" y="0"/>
            <a:ext cx="9144000" cy="2859050"/>
            <a:chOff x="0" y="0"/>
            <a:chExt cx="9144000" cy="2859050"/>
          </a:xfrm>
        </p:grpSpPr>
        <p:grpSp>
          <p:nvGrpSpPr>
            <p:cNvPr id="85" name="Google Shape;85;p15"/>
            <p:cNvGrpSpPr/>
            <p:nvPr/>
          </p:nvGrpSpPr>
          <p:grpSpPr>
            <a:xfrm>
              <a:off x="2700100" y="175"/>
              <a:ext cx="6443900" cy="2858875"/>
              <a:chOff x="2700100" y="175"/>
              <a:chExt cx="6443900" cy="2858875"/>
            </a:xfrm>
          </p:grpSpPr>
          <p:sp>
            <p:nvSpPr>
              <p:cNvPr id="86" name="Google Shape;86;p15"/>
              <p:cNvSpPr/>
              <p:nvPr/>
            </p:nvSpPr>
            <p:spPr>
              <a:xfrm>
                <a:off x="2700100" y="1225675"/>
                <a:ext cx="783600" cy="903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7" name="Google Shape;87;p15"/>
              <p:cNvSpPr/>
              <p:nvPr/>
            </p:nvSpPr>
            <p:spPr>
              <a:xfrm>
                <a:off x="3463000" y="1250450"/>
                <a:ext cx="1434000" cy="1608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8" name="Google Shape;88;p15"/>
              <p:cNvSpPr/>
              <p:nvPr/>
            </p:nvSpPr>
            <p:spPr>
              <a:xfrm>
                <a:off x="4636475" y="175"/>
                <a:ext cx="16593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9" name="Google Shape;89;p15"/>
              <p:cNvSpPr/>
              <p:nvPr/>
            </p:nvSpPr>
            <p:spPr>
              <a:xfrm>
                <a:off x="6295800" y="1399075"/>
                <a:ext cx="7836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0" name="Google Shape;90;p15"/>
              <p:cNvSpPr/>
              <p:nvPr/>
            </p:nvSpPr>
            <p:spPr>
              <a:xfrm>
                <a:off x="7745100" y="175"/>
                <a:ext cx="13989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1" name="Google Shape;91;p15"/>
              <p:cNvSpPr/>
              <p:nvPr/>
            </p:nvSpPr>
            <p:spPr>
              <a:xfrm>
                <a:off x="6961500" y="175"/>
                <a:ext cx="8661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  <p:grpSp>
          <p:nvGrpSpPr>
            <p:cNvPr id="92" name="Google Shape;92;p15"/>
            <p:cNvGrpSpPr/>
            <p:nvPr/>
          </p:nvGrpSpPr>
          <p:grpSpPr>
            <a:xfrm>
              <a:off x="0" y="0"/>
              <a:ext cx="4896900" cy="2797700"/>
              <a:chOff x="0" y="0"/>
              <a:chExt cx="4896900" cy="2797700"/>
            </a:xfrm>
          </p:grpSpPr>
          <p:sp>
            <p:nvSpPr>
              <p:cNvPr id="93" name="Google Shape;93;p15"/>
              <p:cNvSpPr/>
              <p:nvPr/>
            </p:nvSpPr>
            <p:spPr>
              <a:xfrm>
                <a:off x="0" y="1398800"/>
                <a:ext cx="13989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4" name="Google Shape;94;p15"/>
              <p:cNvSpPr/>
              <p:nvPr/>
            </p:nvSpPr>
            <p:spPr>
              <a:xfrm>
                <a:off x="1398900" y="0"/>
                <a:ext cx="34980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</p:grpSp>
      <p:sp>
        <p:nvSpPr>
          <p:cNvPr id="95" name="Google Shape;95;p15"/>
          <p:cNvSpPr txBox="1">
            <a:spLocks noGrp="1"/>
          </p:cNvSpPr>
          <p:nvPr>
            <p:ph type="subTitle" idx="1"/>
          </p:nvPr>
        </p:nvSpPr>
        <p:spPr>
          <a:xfrm>
            <a:off x="1821150" y="252600"/>
            <a:ext cx="2653500" cy="90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/>
          </p:nvPr>
        </p:nvSpPr>
        <p:spPr>
          <a:xfrm>
            <a:off x="252600" y="4124825"/>
            <a:ext cx="8638800" cy="90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Font typeface="Space Grotesk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2772" userDrawn="1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">
  <p:cSld name="BLANK_1_1_1_1_1_1_1_1_1_1_1_1_1_1_1_1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6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99" name="Google Shape;99;p16"/>
          <p:cNvGrpSpPr/>
          <p:nvPr/>
        </p:nvGrpSpPr>
        <p:grpSpPr>
          <a:xfrm>
            <a:off x="4153925" y="0"/>
            <a:ext cx="4990175" cy="5143425"/>
            <a:chOff x="4153925" y="0"/>
            <a:chExt cx="4990175" cy="5143425"/>
          </a:xfrm>
        </p:grpSpPr>
        <p:sp>
          <p:nvSpPr>
            <p:cNvPr id="100" name="Google Shape;100;p16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1" name="Google Shape;101;p16"/>
            <p:cNvSpPr/>
            <p:nvPr/>
          </p:nvSpPr>
          <p:spPr>
            <a:xfrm>
              <a:off x="6289300" y="2420925"/>
              <a:ext cx="2854800" cy="27225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2" name="Google Shape;102;p16"/>
            <p:cNvSpPr/>
            <p:nvPr/>
          </p:nvSpPr>
          <p:spPr>
            <a:xfrm>
              <a:off x="4153925" y="0"/>
              <a:ext cx="1570200" cy="676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3" name="Google Shape;103;p16"/>
            <p:cNvSpPr/>
            <p:nvPr/>
          </p:nvSpPr>
          <p:spPr>
            <a:xfrm>
              <a:off x="4722625" y="0"/>
              <a:ext cx="4421400" cy="2105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252600" y="270725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252600" y="1973625"/>
            <a:ext cx="3128700" cy="2917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06" name="Google Shape;106;p16"/>
          <p:cNvSpPr>
            <a:spLocks noGrp="1"/>
          </p:cNvSpPr>
          <p:nvPr>
            <p:ph type="pic" idx="2"/>
          </p:nvPr>
        </p:nvSpPr>
        <p:spPr>
          <a:xfrm>
            <a:off x="4468800" y="908675"/>
            <a:ext cx="3936300" cy="311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6"/>
          <p:cNvSpPr>
            <a:spLocks noGrp="1"/>
          </p:cNvSpPr>
          <p:nvPr>
            <p:ph type="pic" idx="3"/>
          </p:nvPr>
        </p:nvSpPr>
        <p:spPr>
          <a:xfrm>
            <a:off x="4153925" y="1728449"/>
            <a:ext cx="3586800" cy="2672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2617" userDrawn="1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- Alt 1">
  <p:cSld name="BLANK_1_1_1_1_1_1_1_1_1_1_1_1_2">
    <p:bg>
      <p:bgPr>
        <a:solidFill>
          <a:schemeClr val="accent2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/>
          <p:nvPr/>
        </p:nvSpPr>
        <p:spPr>
          <a:xfrm>
            <a:off x="6462300" y="2136900"/>
            <a:ext cx="2681700" cy="1147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6094200" y="0"/>
            <a:ext cx="3049800" cy="676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5759200" y="313425"/>
            <a:ext cx="3049800" cy="3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2" name="Google Shape;112;p17"/>
          <p:cNvSpPr/>
          <p:nvPr/>
        </p:nvSpPr>
        <p:spPr>
          <a:xfrm rot="-5400000">
            <a:off x="5529300" y="2510100"/>
            <a:ext cx="468000" cy="40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114" name="Google Shape;114;p17"/>
          <p:cNvGrpSpPr/>
          <p:nvPr/>
        </p:nvGrpSpPr>
        <p:grpSpPr>
          <a:xfrm>
            <a:off x="3632100" y="0"/>
            <a:ext cx="5511900" cy="5143525"/>
            <a:chOff x="3632100" y="0"/>
            <a:chExt cx="5511900" cy="5143525"/>
          </a:xfrm>
        </p:grpSpPr>
        <p:sp>
          <p:nvSpPr>
            <p:cNvPr id="115" name="Google Shape;115;p17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6" name="Google Shape;116;p17"/>
            <p:cNvSpPr/>
            <p:nvPr/>
          </p:nvSpPr>
          <p:spPr>
            <a:xfrm>
              <a:off x="6462300" y="3103775"/>
              <a:ext cx="2681700" cy="20397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7" name="Google Shape;117;p17"/>
            <p:cNvSpPr/>
            <p:nvPr/>
          </p:nvSpPr>
          <p:spPr>
            <a:xfrm>
              <a:off x="4153925" y="1416600"/>
              <a:ext cx="1570200" cy="676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8" name="Google Shape;118;p17"/>
            <p:cNvSpPr/>
            <p:nvPr/>
          </p:nvSpPr>
          <p:spPr>
            <a:xfrm>
              <a:off x="4196325" y="4236925"/>
              <a:ext cx="2376000" cy="906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9" name="Google Shape;119;p17"/>
            <p:cNvSpPr/>
            <p:nvPr/>
          </p:nvSpPr>
          <p:spPr>
            <a:xfrm>
              <a:off x="3632100" y="0"/>
              <a:ext cx="5511900" cy="147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20" name="Google Shape;120;p17"/>
          <p:cNvSpPr txBox="1">
            <a:spLocks noGrp="1"/>
          </p:cNvSpPr>
          <p:nvPr>
            <p:ph type="subTitle" idx="1"/>
          </p:nvPr>
        </p:nvSpPr>
        <p:spPr>
          <a:xfrm>
            <a:off x="160431" y="168104"/>
            <a:ext cx="2653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body" idx="2"/>
          </p:nvPr>
        </p:nvSpPr>
        <p:spPr>
          <a:xfrm>
            <a:off x="252600" y="3797350"/>
            <a:ext cx="3049800" cy="109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252600" y="2841100"/>
            <a:ext cx="4288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>
                <a:highlight>
                  <a:schemeClr val="l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3" name="Google Shape;123;p17"/>
          <p:cNvSpPr>
            <a:spLocks noGrp="1"/>
          </p:cNvSpPr>
          <p:nvPr>
            <p:ph type="pic" idx="3"/>
          </p:nvPr>
        </p:nvSpPr>
        <p:spPr>
          <a:xfrm>
            <a:off x="4634854" y="627935"/>
            <a:ext cx="3444300" cy="3271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cept">
  <p:cSld name="ONE_COLUMN_TEXT_1">
    <p:bg>
      <p:bgPr>
        <a:solidFill>
          <a:schemeClr val="accent2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8"/>
          <p:cNvGrpSpPr/>
          <p:nvPr/>
        </p:nvGrpSpPr>
        <p:grpSpPr>
          <a:xfrm>
            <a:off x="2230528" y="1108408"/>
            <a:ext cx="4915231" cy="2940670"/>
            <a:chOff x="2230528" y="1108408"/>
            <a:chExt cx="4915231" cy="2940670"/>
          </a:xfrm>
        </p:grpSpPr>
        <p:sp>
          <p:nvSpPr>
            <p:cNvPr id="126" name="Google Shape;126;p18"/>
            <p:cNvSpPr/>
            <p:nvPr/>
          </p:nvSpPr>
          <p:spPr>
            <a:xfrm>
              <a:off x="3583559" y="223737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7" name="Google Shape;127;p18"/>
            <p:cNvSpPr/>
            <p:nvPr/>
          </p:nvSpPr>
          <p:spPr>
            <a:xfrm>
              <a:off x="3169759" y="1865553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8" name="Google Shape;128;p18"/>
            <p:cNvSpPr/>
            <p:nvPr/>
          </p:nvSpPr>
          <p:spPr>
            <a:xfrm>
              <a:off x="2715512" y="1415749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9" name="Google Shape;129;p18"/>
            <p:cNvSpPr/>
            <p:nvPr/>
          </p:nvSpPr>
          <p:spPr>
            <a:xfrm>
              <a:off x="2230528" y="110840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30" name="Google Shape;130;p18"/>
          <p:cNvSpPr txBox="1">
            <a:spLocks noGrp="1"/>
          </p:cNvSpPr>
          <p:nvPr>
            <p:ph type="title"/>
          </p:nvPr>
        </p:nvSpPr>
        <p:spPr>
          <a:xfrm>
            <a:off x="2420613" y="1299977"/>
            <a:ext cx="4262400" cy="99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18"/>
          <p:cNvSpPr txBox="1">
            <a:spLocks noGrp="1"/>
          </p:cNvSpPr>
          <p:nvPr>
            <p:ph type="body" idx="1"/>
          </p:nvPr>
        </p:nvSpPr>
        <p:spPr>
          <a:xfrm>
            <a:off x="419237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2" name="Google Shape;132;p18"/>
          <p:cNvSpPr txBox="1">
            <a:spLocks noGrp="1"/>
          </p:cNvSpPr>
          <p:nvPr>
            <p:ph type="body" idx="2"/>
          </p:nvPr>
        </p:nvSpPr>
        <p:spPr>
          <a:xfrm>
            <a:off x="571245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3" name="Google Shape;133;p18"/>
          <p:cNvSpPr txBox="1">
            <a:spLocks noGrp="1"/>
          </p:cNvSpPr>
          <p:nvPr>
            <p:ph type="body" idx="3"/>
          </p:nvPr>
        </p:nvSpPr>
        <p:spPr>
          <a:xfrm>
            <a:off x="2230525" y="2436625"/>
            <a:ext cx="1878300" cy="20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">
  <p:cSld name="CUSTOM">
    <p:bg>
      <p:bgPr>
        <a:solidFill>
          <a:schemeClr val="accent2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9"/>
          <p:cNvSpPr>
            <a:spLocks noGrp="1"/>
          </p:cNvSpPr>
          <p:nvPr>
            <p:ph type="pic" idx="2"/>
          </p:nvPr>
        </p:nvSpPr>
        <p:spPr>
          <a:xfrm>
            <a:off x="743700" y="1693750"/>
            <a:ext cx="3974100" cy="2702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36" name="Google Shape;136;p19"/>
          <p:cNvGrpSpPr/>
          <p:nvPr/>
        </p:nvGrpSpPr>
        <p:grpSpPr>
          <a:xfrm>
            <a:off x="743700" y="742300"/>
            <a:ext cx="7047725" cy="3657400"/>
            <a:chOff x="743700" y="742300"/>
            <a:chExt cx="7047725" cy="3657400"/>
          </a:xfrm>
        </p:grpSpPr>
        <p:sp>
          <p:nvSpPr>
            <p:cNvPr id="137" name="Google Shape;137;p19"/>
            <p:cNvSpPr/>
            <p:nvPr/>
          </p:nvSpPr>
          <p:spPr>
            <a:xfrm>
              <a:off x="4626725" y="1693750"/>
              <a:ext cx="3164700" cy="1721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8" name="Google Shape;138;p19"/>
            <p:cNvSpPr/>
            <p:nvPr/>
          </p:nvSpPr>
          <p:spPr>
            <a:xfrm>
              <a:off x="4718150" y="3341000"/>
              <a:ext cx="1465200" cy="1058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9" name="Google Shape;139;p19"/>
            <p:cNvSpPr/>
            <p:nvPr/>
          </p:nvSpPr>
          <p:spPr>
            <a:xfrm>
              <a:off x="743700" y="742300"/>
              <a:ext cx="4529700" cy="1839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0" name="Google Shape;140;p19"/>
            <p:cNvSpPr/>
            <p:nvPr/>
          </p:nvSpPr>
          <p:spPr>
            <a:xfrm>
              <a:off x="1359836" y="2451775"/>
              <a:ext cx="4164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1" name="Google Shape;141;p19"/>
            <p:cNvSpPr/>
            <p:nvPr/>
          </p:nvSpPr>
          <p:spPr>
            <a:xfrm>
              <a:off x="744050" y="3236575"/>
              <a:ext cx="7419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2" name="Google Shape;142;p19"/>
            <p:cNvSpPr/>
            <p:nvPr/>
          </p:nvSpPr>
          <p:spPr>
            <a:xfrm>
              <a:off x="1495975" y="2368625"/>
              <a:ext cx="765000" cy="867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3" name="Google Shape;143;p19"/>
            <p:cNvSpPr/>
            <p:nvPr/>
          </p:nvSpPr>
          <p:spPr>
            <a:xfrm>
              <a:off x="3976375" y="2351575"/>
              <a:ext cx="741900" cy="492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44" name="Google Shape;144;p19"/>
          <p:cNvSpPr/>
          <p:nvPr/>
        </p:nvSpPr>
        <p:spPr>
          <a:xfrm>
            <a:off x="4718150" y="2839125"/>
            <a:ext cx="1465200" cy="57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45" name="Google Shape;145;p19"/>
          <p:cNvSpPr/>
          <p:nvPr/>
        </p:nvSpPr>
        <p:spPr>
          <a:xfrm>
            <a:off x="6183250" y="3341000"/>
            <a:ext cx="1245300" cy="1058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6" name="Google Shape;146;p19"/>
          <p:cNvSpPr txBox="1">
            <a:spLocks noGrp="1"/>
          </p:cNvSpPr>
          <p:nvPr>
            <p:ph type="title"/>
          </p:nvPr>
        </p:nvSpPr>
        <p:spPr>
          <a:xfrm>
            <a:off x="1032350" y="737025"/>
            <a:ext cx="3651300" cy="155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47" name="Google Shape;147;p19"/>
          <p:cNvSpPr txBox="1">
            <a:spLocks noGrp="1"/>
          </p:cNvSpPr>
          <p:nvPr>
            <p:ph type="title" idx="3"/>
          </p:nvPr>
        </p:nvSpPr>
        <p:spPr>
          <a:xfrm>
            <a:off x="6183250" y="3136100"/>
            <a:ext cx="2217000" cy="20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8" name="Google Shape;148;p19"/>
          <p:cNvSpPr txBox="1">
            <a:spLocks noGrp="1"/>
          </p:cNvSpPr>
          <p:nvPr>
            <p:ph type="title" idx="4"/>
          </p:nvPr>
        </p:nvSpPr>
        <p:spPr>
          <a:xfrm>
            <a:off x="4713425" y="1725175"/>
            <a:ext cx="2991300" cy="12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9" name="Google Shape;149;p19"/>
          <p:cNvSpPr txBox="1">
            <a:spLocks noGrp="1"/>
          </p:cNvSpPr>
          <p:nvPr>
            <p:ph type="title" idx="5"/>
          </p:nvPr>
        </p:nvSpPr>
        <p:spPr>
          <a:xfrm>
            <a:off x="5340025" y="733275"/>
            <a:ext cx="32874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50" name="Google Shape;150;p19"/>
          <p:cNvSpPr>
            <a:spLocks noGrp="1"/>
          </p:cNvSpPr>
          <p:nvPr>
            <p:ph type="pic" idx="6"/>
          </p:nvPr>
        </p:nvSpPr>
        <p:spPr>
          <a:xfrm>
            <a:off x="6183250" y="3344750"/>
            <a:ext cx="2217000" cy="1051200"/>
          </a:xfrm>
          <a:prstGeom prst="rect">
            <a:avLst/>
          </a:prstGeom>
          <a:noFill/>
          <a:ln>
            <a:noFill/>
          </a:ln>
        </p:spPr>
      </p:sp>
      <p:sp>
        <p:nvSpPr>
          <p:cNvPr id="151" name="Google Shape;151;p19"/>
          <p:cNvSpPr txBox="1">
            <a:spLocks noGrp="1"/>
          </p:cNvSpPr>
          <p:nvPr>
            <p:ph type="title" idx="7"/>
          </p:nvPr>
        </p:nvSpPr>
        <p:spPr>
          <a:xfrm>
            <a:off x="4804625" y="2962500"/>
            <a:ext cx="1317600" cy="16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 - Alt 1">
  <p:cSld name="CUSTOM_1">
    <p:bg>
      <p:bgPr>
        <a:solidFill>
          <a:schemeClr val="accent2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/>
          <p:nvPr/>
        </p:nvSpPr>
        <p:spPr>
          <a:xfrm>
            <a:off x="743700" y="2071975"/>
            <a:ext cx="357300" cy="510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4" name="Google Shape;154;p20"/>
          <p:cNvSpPr>
            <a:spLocks noGrp="1"/>
          </p:cNvSpPr>
          <p:nvPr>
            <p:ph type="pic" idx="2"/>
          </p:nvPr>
        </p:nvSpPr>
        <p:spPr>
          <a:xfrm>
            <a:off x="978875" y="2071975"/>
            <a:ext cx="3761700" cy="26802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20"/>
          <p:cNvSpPr/>
          <p:nvPr/>
        </p:nvSpPr>
        <p:spPr>
          <a:xfrm>
            <a:off x="743700" y="743700"/>
            <a:ext cx="4529700" cy="1350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6" name="Google Shape;156;p20"/>
          <p:cNvSpPr/>
          <p:nvPr/>
        </p:nvSpPr>
        <p:spPr>
          <a:xfrm>
            <a:off x="1285575" y="2039600"/>
            <a:ext cx="385200" cy="829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7" name="Google Shape;157;p20"/>
          <p:cNvSpPr/>
          <p:nvPr/>
        </p:nvSpPr>
        <p:spPr>
          <a:xfrm>
            <a:off x="742950" y="3098550"/>
            <a:ext cx="1359900" cy="492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8" name="Google Shape;158;p20"/>
          <p:cNvSpPr/>
          <p:nvPr/>
        </p:nvSpPr>
        <p:spPr>
          <a:xfrm>
            <a:off x="4718150" y="3884200"/>
            <a:ext cx="765000" cy="867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3800525" y="2039600"/>
            <a:ext cx="1004100" cy="706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4718150" y="378500"/>
            <a:ext cx="3552000" cy="402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61" name="Google Shape;161;p20"/>
          <p:cNvSpPr txBox="1">
            <a:spLocks noGrp="1"/>
          </p:cNvSpPr>
          <p:nvPr>
            <p:ph type="title"/>
          </p:nvPr>
        </p:nvSpPr>
        <p:spPr>
          <a:xfrm>
            <a:off x="4946700" y="623600"/>
            <a:ext cx="3093300" cy="166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2" name="Google Shape;162;p20"/>
          <p:cNvSpPr>
            <a:spLocks noGrp="1"/>
          </p:cNvSpPr>
          <p:nvPr>
            <p:ph type="pic" idx="3"/>
          </p:nvPr>
        </p:nvSpPr>
        <p:spPr>
          <a:xfrm>
            <a:off x="742950" y="3591150"/>
            <a:ext cx="1359900" cy="970800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20"/>
          <p:cNvSpPr txBox="1">
            <a:spLocks noGrp="1"/>
          </p:cNvSpPr>
          <p:nvPr>
            <p:ph type="title" idx="4"/>
          </p:nvPr>
        </p:nvSpPr>
        <p:spPr>
          <a:xfrm>
            <a:off x="883025" y="797467"/>
            <a:ext cx="39216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64" name="Google Shape;164;p20"/>
          <p:cNvSpPr/>
          <p:nvPr/>
        </p:nvSpPr>
        <p:spPr>
          <a:xfrm>
            <a:off x="956075" y="1848025"/>
            <a:ext cx="357300" cy="59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5" name="Google Shape;165;p20"/>
          <p:cNvSpPr txBox="1">
            <a:spLocks noGrp="1"/>
          </p:cNvSpPr>
          <p:nvPr>
            <p:ph type="title" idx="5"/>
          </p:nvPr>
        </p:nvSpPr>
        <p:spPr>
          <a:xfrm>
            <a:off x="883025" y="1805225"/>
            <a:ext cx="3093300" cy="26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6" name="Google Shape;166;p20"/>
          <p:cNvSpPr txBox="1">
            <a:spLocks noGrp="1"/>
          </p:cNvSpPr>
          <p:nvPr>
            <p:ph type="title" idx="6"/>
          </p:nvPr>
        </p:nvSpPr>
        <p:spPr>
          <a:xfrm>
            <a:off x="812500" y="3259700"/>
            <a:ext cx="1463700" cy="45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+ image">
  <p:cSld name="BLANK_1_1_1_1_1_1_1_1_1_1_1_1_1_1_2">
    <p:bg>
      <p:bgPr>
        <a:solidFill>
          <a:schemeClr val="dk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1"/>
          <p:cNvSpPr txBox="1">
            <a:spLocks noGrp="1"/>
          </p:cNvSpPr>
          <p:nvPr>
            <p:ph type="body" idx="1"/>
          </p:nvPr>
        </p:nvSpPr>
        <p:spPr>
          <a:xfrm>
            <a:off x="37216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69" name="Google Shape;169;p21"/>
          <p:cNvSpPr>
            <a:spLocks noGrp="1"/>
          </p:cNvSpPr>
          <p:nvPr>
            <p:ph type="pic" idx="2"/>
          </p:nvPr>
        </p:nvSpPr>
        <p:spPr>
          <a:xfrm>
            <a:off x="0" y="0"/>
            <a:ext cx="2546700" cy="35832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1"/>
          <p:cNvSpPr>
            <a:spLocks noGrp="1"/>
          </p:cNvSpPr>
          <p:nvPr>
            <p:ph type="pic" idx="3"/>
          </p:nvPr>
        </p:nvSpPr>
        <p:spPr>
          <a:xfrm>
            <a:off x="280475" y="474638"/>
            <a:ext cx="2940900" cy="46689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1"/>
          <p:cNvSpPr/>
          <p:nvPr/>
        </p:nvSpPr>
        <p:spPr>
          <a:xfrm>
            <a:off x="3596536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72" name="Google Shape;172;p21"/>
          <p:cNvSpPr txBox="1">
            <a:spLocks noGrp="1"/>
          </p:cNvSpPr>
          <p:nvPr>
            <p:ph type="body" idx="4"/>
          </p:nvPr>
        </p:nvSpPr>
        <p:spPr>
          <a:xfrm>
            <a:off x="55115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3" name="Google Shape;173;p21"/>
          <p:cNvSpPr txBox="1">
            <a:spLocks noGrp="1"/>
          </p:cNvSpPr>
          <p:nvPr>
            <p:ph type="body" idx="5"/>
          </p:nvPr>
        </p:nvSpPr>
        <p:spPr>
          <a:xfrm>
            <a:off x="7293076" y="3126450"/>
            <a:ext cx="14610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4" name="Google Shape;174;p21"/>
          <p:cNvSpPr txBox="1">
            <a:spLocks noGrp="1"/>
          </p:cNvSpPr>
          <p:nvPr>
            <p:ph type="title"/>
          </p:nvPr>
        </p:nvSpPr>
        <p:spPr>
          <a:xfrm>
            <a:off x="3598725" y="1485838"/>
            <a:ext cx="4801500" cy="75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75" name="Google Shape;175;p21"/>
          <p:cNvSpPr txBox="1">
            <a:spLocks noGrp="1"/>
          </p:cNvSpPr>
          <p:nvPr>
            <p:ph type="subTitle" idx="6"/>
          </p:nvPr>
        </p:nvSpPr>
        <p:spPr>
          <a:xfrm>
            <a:off x="37216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1"/>
          <p:cNvSpPr txBox="1">
            <a:spLocks noGrp="1"/>
          </p:cNvSpPr>
          <p:nvPr>
            <p:ph type="subTitle" idx="7"/>
          </p:nvPr>
        </p:nvSpPr>
        <p:spPr>
          <a:xfrm>
            <a:off x="55115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1"/>
          <p:cNvSpPr txBox="1">
            <a:spLocks noGrp="1"/>
          </p:cNvSpPr>
          <p:nvPr>
            <p:ph type="subTitle" idx="8"/>
          </p:nvPr>
        </p:nvSpPr>
        <p:spPr>
          <a:xfrm>
            <a:off x="7293076" y="2713624"/>
            <a:ext cx="15984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1"/>
          <p:cNvSpPr txBox="1">
            <a:spLocks noGrp="1"/>
          </p:cNvSpPr>
          <p:nvPr>
            <p:ph type="title" idx="9"/>
          </p:nvPr>
        </p:nvSpPr>
        <p:spPr>
          <a:xfrm>
            <a:off x="3596525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179" name="Google Shape;179;p21"/>
          <p:cNvGrpSpPr/>
          <p:nvPr/>
        </p:nvGrpSpPr>
        <p:grpSpPr>
          <a:xfrm>
            <a:off x="4430888" y="323039"/>
            <a:ext cx="149937" cy="118964"/>
            <a:chOff x="2601950" y="1974675"/>
            <a:chExt cx="2474200" cy="1963100"/>
          </a:xfrm>
        </p:grpSpPr>
        <p:sp>
          <p:nvSpPr>
            <p:cNvPr id="180" name="Google Shape;180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1" name="Google Shape;181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2" name="Google Shape;182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3" name="Google Shape;183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4" name="Google Shape;184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5" name="Google Shape;185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6" name="Google Shape;186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87" name="Google Shape;187;p21"/>
          <p:cNvGrpSpPr/>
          <p:nvPr/>
        </p:nvGrpSpPr>
        <p:grpSpPr>
          <a:xfrm>
            <a:off x="3680513" y="323039"/>
            <a:ext cx="149937" cy="118964"/>
            <a:chOff x="2601950" y="1974675"/>
            <a:chExt cx="2474200" cy="1963100"/>
          </a:xfrm>
        </p:grpSpPr>
        <p:sp>
          <p:nvSpPr>
            <p:cNvPr id="188" name="Google Shape;188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9" name="Google Shape;189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0" name="Google Shape;190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1" name="Google Shape;191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2" name="Google Shape;192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3" name="Google Shape;193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4" name="Google Shape;194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95" name="Google Shape;195;p21"/>
          <p:cNvGrpSpPr/>
          <p:nvPr/>
        </p:nvGrpSpPr>
        <p:grpSpPr>
          <a:xfrm>
            <a:off x="4062602" y="323039"/>
            <a:ext cx="149940" cy="118971"/>
            <a:chOff x="4062602" y="323039"/>
            <a:chExt cx="149940" cy="118971"/>
          </a:xfrm>
        </p:grpSpPr>
        <p:sp>
          <p:nvSpPr>
            <p:cNvPr id="196" name="Google Shape;196;p21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7" name="Google Shape;197;p21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8" name="Google Shape;198;p21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2">
  <p:cSld name="BLANK_1_1_1_1_1_1_1_1_1_1_1_1_1_1_2_2">
    <p:bg>
      <p:bgPr>
        <a:solidFill>
          <a:schemeClr val="accent4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>
            <a:spLocks noGrp="1"/>
          </p:cNvSpPr>
          <p:nvPr>
            <p:ph type="title"/>
          </p:nvPr>
        </p:nvSpPr>
        <p:spPr>
          <a:xfrm>
            <a:off x="245425" y="1563575"/>
            <a:ext cx="3155400" cy="9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201" name="Google Shape;201;p22"/>
          <p:cNvSpPr txBox="1">
            <a:spLocks noGrp="1"/>
          </p:cNvSpPr>
          <p:nvPr>
            <p:ph type="subTitle" idx="1"/>
          </p:nvPr>
        </p:nvSpPr>
        <p:spPr>
          <a:xfrm>
            <a:off x="364813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2" name="Google Shape;202;p22"/>
          <p:cNvSpPr txBox="1">
            <a:spLocks noGrp="1"/>
          </p:cNvSpPr>
          <p:nvPr>
            <p:ph type="subTitle" idx="2"/>
          </p:nvPr>
        </p:nvSpPr>
        <p:spPr>
          <a:xfrm>
            <a:off x="3320475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3" name="Google Shape;203;p22"/>
          <p:cNvSpPr txBox="1">
            <a:spLocks noGrp="1"/>
          </p:cNvSpPr>
          <p:nvPr>
            <p:ph type="subTitle" idx="3"/>
          </p:nvPr>
        </p:nvSpPr>
        <p:spPr>
          <a:xfrm>
            <a:off x="6273125" y="2715820"/>
            <a:ext cx="15483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4" name="Google Shape;204;p22"/>
          <p:cNvSpPr/>
          <p:nvPr/>
        </p:nvSpPr>
        <p:spPr>
          <a:xfrm>
            <a:off x="252611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5" name="Google Shape;205;p22"/>
          <p:cNvSpPr txBox="1">
            <a:spLocks noGrp="1"/>
          </p:cNvSpPr>
          <p:nvPr>
            <p:ph type="title" idx="4"/>
          </p:nvPr>
        </p:nvSpPr>
        <p:spPr>
          <a:xfrm>
            <a:off x="252600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206" name="Google Shape;206;p22"/>
          <p:cNvGrpSpPr/>
          <p:nvPr/>
        </p:nvGrpSpPr>
        <p:grpSpPr>
          <a:xfrm>
            <a:off x="1093863" y="323039"/>
            <a:ext cx="149937" cy="118964"/>
            <a:chOff x="2601950" y="1974675"/>
            <a:chExt cx="2474200" cy="1963100"/>
          </a:xfrm>
        </p:grpSpPr>
        <p:sp>
          <p:nvSpPr>
            <p:cNvPr id="207" name="Google Shape;207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8" name="Google Shape;208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9" name="Google Shape;209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0" name="Google Shape;210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1" name="Google Shape;211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2" name="Google Shape;212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3" name="Google Shape;213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14" name="Google Shape;214;p22"/>
          <p:cNvGrpSpPr/>
          <p:nvPr/>
        </p:nvGrpSpPr>
        <p:grpSpPr>
          <a:xfrm>
            <a:off x="343488" y="323039"/>
            <a:ext cx="149937" cy="118964"/>
            <a:chOff x="2601950" y="1974675"/>
            <a:chExt cx="2474200" cy="1963100"/>
          </a:xfrm>
        </p:grpSpPr>
        <p:sp>
          <p:nvSpPr>
            <p:cNvPr id="215" name="Google Shape;215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6" name="Google Shape;216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7" name="Google Shape;217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8" name="Google Shape;218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9" name="Google Shape;219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0" name="Google Shape;220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1" name="Google Shape;221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22" name="Google Shape;222;p22"/>
          <p:cNvGrpSpPr/>
          <p:nvPr/>
        </p:nvGrpSpPr>
        <p:grpSpPr>
          <a:xfrm>
            <a:off x="725577" y="323039"/>
            <a:ext cx="149940" cy="118971"/>
            <a:chOff x="4062602" y="323039"/>
            <a:chExt cx="149940" cy="118971"/>
          </a:xfrm>
        </p:grpSpPr>
        <p:sp>
          <p:nvSpPr>
            <p:cNvPr id="223" name="Google Shape;223;p22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4" name="Google Shape;224;p22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5" name="Google Shape;225;p22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26" name="Google Shape;226;p22"/>
          <p:cNvSpPr txBox="1">
            <a:spLocks noGrp="1"/>
          </p:cNvSpPr>
          <p:nvPr>
            <p:ph type="body" idx="5"/>
          </p:nvPr>
        </p:nvSpPr>
        <p:spPr>
          <a:xfrm>
            <a:off x="364813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7" name="Google Shape;227;p22"/>
          <p:cNvSpPr txBox="1">
            <a:spLocks noGrp="1"/>
          </p:cNvSpPr>
          <p:nvPr>
            <p:ph type="body" idx="6"/>
          </p:nvPr>
        </p:nvSpPr>
        <p:spPr>
          <a:xfrm>
            <a:off x="3320475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8" name="Google Shape;228;p22"/>
          <p:cNvSpPr txBox="1">
            <a:spLocks noGrp="1"/>
          </p:cNvSpPr>
          <p:nvPr>
            <p:ph type="body" idx="7"/>
          </p:nvPr>
        </p:nvSpPr>
        <p:spPr>
          <a:xfrm>
            <a:off x="6273125" y="3126453"/>
            <a:ext cx="24435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1">
  <p:cSld name="BLANK_1_1_1_1_1_1_1_1_1_1_1_1_1_1">
    <p:bg>
      <p:bgPr>
        <a:solidFill>
          <a:schemeClr val="dk1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3"/>
          <p:cNvSpPr txBox="1">
            <a:spLocks noGrp="1"/>
          </p:cNvSpPr>
          <p:nvPr>
            <p:ph type="title"/>
          </p:nvPr>
        </p:nvSpPr>
        <p:spPr>
          <a:xfrm>
            <a:off x="221375" y="223900"/>
            <a:ext cx="6668100" cy="466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Space Grotesk"/>
              <a:buNone/>
              <a:defRPr sz="35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23"/>
          <p:cNvSpPr txBox="1">
            <a:spLocks noGrp="1"/>
          </p:cNvSpPr>
          <p:nvPr>
            <p:ph type="body" idx="1"/>
          </p:nvPr>
        </p:nvSpPr>
        <p:spPr>
          <a:xfrm>
            <a:off x="6197276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2" name="Google Shape;232;p23"/>
          <p:cNvSpPr txBox="1">
            <a:spLocks noGrp="1"/>
          </p:cNvSpPr>
          <p:nvPr>
            <p:ph type="subTitle" idx="2"/>
          </p:nvPr>
        </p:nvSpPr>
        <p:spPr>
          <a:xfrm>
            <a:off x="3311200" y="1593874"/>
            <a:ext cx="20577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3" name="Google Shape;233;p23"/>
          <p:cNvSpPr txBox="1">
            <a:spLocks noGrp="1"/>
          </p:cNvSpPr>
          <p:nvPr>
            <p:ph type="subTitle" idx="3"/>
          </p:nvPr>
        </p:nvSpPr>
        <p:spPr>
          <a:xfrm>
            <a:off x="6294303" y="1593874"/>
            <a:ext cx="20346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4" name="Google Shape;234;p23"/>
          <p:cNvSpPr txBox="1">
            <a:spLocks noGrp="1"/>
          </p:cNvSpPr>
          <p:nvPr>
            <p:ph type="subTitle" idx="4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5" name="Google Shape;235;p23"/>
          <p:cNvSpPr txBox="1">
            <a:spLocks noGrp="1"/>
          </p:cNvSpPr>
          <p:nvPr>
            <p:ph type="body" idx="5"/>
          </p:nvPr>
        </p:nvSpPr>
        <p:spPr>
          <a:xfrm>
            <a:off x="3224231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6" name="Google Shape;236;p23"/>
          <p:cNvSpPr txBox="1">
            <a:spLocks noGrp="1"/>
          </p:cNvSpPr>
          <p:nvPr>
            <p:ph type="body" idx="6"/>
          </p:nvPr>
        </p:nvSpPr>
        <p:spPr>
          <a:xfrm>
            <a:off x="252600" y="2370325"/>
            <a:ext cx="2187000" cy="6462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323850">
              <a:spcBef>
                <a:spcPts val="800"/>
              </a:spcBef>
              <a:spcAft>
                <a:spcPts val="80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7" name="Google Shape;237;p23"/>
          <p:cNvSpPr txBox="1">
            <a:spLocks noGrp="1"/>
          </p:cNvSpPr>
          <p:nvPr>
            <p:ph type="body" idx="7"/>
          </p:nvPr>
        </p:nvSpPr>
        <p:spPr>
          <a:xfrm>
            <a:off x="252600" y="3039157"/>
            <a:ext cx="2118600" cy="8763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  <p15:guide id="9" orient="horz" pos="598" userDrawn="1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ngo">
  <p:cSld name="BLANK_1_1_1_1_1_1_1_1_1_1_1_1_1_1_2_1_2">
    <p:bg>
      <p:bgPr>
        <a:solidFill>
          <a:schemeClr val="dk1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4"/>
          <p:cNvSpPr txBox="1">
            <a:spLocks noGrp="1"/>
          </p:cNvSpPr>
          <p:nvPr>
            <p:ph type="subTitle" idx="1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0" name="Google Shape;240;p24"/>
          <p:cNvSpPr txBox="1">
            <a:spLocks noGrp="1"/>
          </p:cNvSpPr>
          <p:nvPr>
            <p:ph type="subTitle" idx="2"/>
          </p:nvPr>
        </p:nvSpPr>
        <p:spPr>
          <a:xfrm>
            <a:off x="252600" y="2831039"/>
            <a:ext cx="2734200" cy="49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1" name="Google Shape;241;p24"/>
          <p:cNvSpPr txBox="1">
            <a:spLocks noGrp="1"/>
          </p:cNvSpPr>
          <p:nvPr>
            <p:ph type="title"/>
          </p:nvPr>
        </p:nvSpPr>
        <p:spPr>
          <a:xfrm>
            <a:off x="7520025" y="9499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2" name="Google Shape;242;p24"/>
          <p:cNvSpPr txBox="1">
            <a:spLocks noGrp="1"/>
          </p:cNvSpPr>
          <p:nvPr>
            <p:ph type="title" idx="3"/>
          </p:nvPr>
        </p:nvSpPr>
        <p:spPr>
          <a:xfrm>
            <a:off x="4390704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3" name="Google Shape;243;p24"/>
          <p:cNvSpPr txBox="1">
            <a:spLocks noGrp="1"/>
          </p:cNvSpPr>
          <p:nvPr>
            <p:ph type="title" idx="4"/>
          </p:nvPr>
        </p:nvSpPr>
        <p:spPr>
          <a:xfrm>
            <a:off x="5919225" y="22642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4" name="Google Shape;244;p24"/>
          <p:cNvSpPr txBox="1">
            <a:spLocks noGrp="1"/>
          </p:cNvSpPr>
          <p:nvPr>
            <p:ph type="title" idx="5"/>
          </p:nvPr>
        </p:nvSpPr>
        <p:spPr>
          <a:xfrm>
            <a:off x="7251700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5" name="Google Shape;245;p24"/>
          <p:cNvSpPr txBox="1">
            <a:spLocks noGrp="1"/>
          </p:cNvSpPr>
          <p:nvPr>
            <p:ph type="title" idx="6"/>
          </p:nvPr>
        </p:nvSpPr>
        <p:spPr>
          <a:xfrm>
            <a:off x="4390704" y="390672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46" name="Google Shape;246;p24"/>
          <p:cNvSpPr txBox="1">
            <a:spLocks noGrp="1"/>
          </p:cNvSpPr>
          <p:nvPr>
            <p:ph type="title" idx="7"/>
          </p:nvPr>
        </p:nvSpPr>
        <p:spPr>
          <a:xfrm>
            <a:off x="5919225" y="376860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7" name="Google Shape;247;p24"/>
          <p:cNvSpPr txBox="1">
            <a:spLocks noGrp="1"/>
          </p:cNvSpPr>
          <p:nvPr>
            <p:ph type="title" idx="8"/>
          </p:nvPr>
        </p:nvSpPr>
        <p:spPr>
          <a:xfrm>
            <a:off x="7520025" y="36411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8" name="Google Shape;248;p24"/>
          <p:cNvSpPr txBox="1">
            <a:spLocks noGrp="1"/>
          </p:cNvSpPr>
          <p:nvPr>
            <p:ph type="title" idx="9"/>
          </p:nvPr>
        </p:nvSpPr>
        <p:spPr>
          <a:xfrm>
            <a:off x="4390704" y="8980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9" name="Google Shape;249;p24"/>
          <p:cNvSpPr txBox="1">
            <a:spLocks noGrp="1"/>
          </p:cNvSpPr>
          <p:nvPr>
            <p:ph type="title" idx="13"/>
          </p:nvPr>
        </p:nvSpPr>
        <p:spPr>
          <a:xfrm>
            <a:off x="5992500" y="9774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0" name="Google Shape;250;p24"/>
          <p:cNvSpPr txBox="1">
            <a:spLocks noGrp="1"/>
          </p:cNvSpPr>
          <p:nvPr>
            <p:ph type="title" idx="14"/>
          </p:nvPr>
        </p:nvSpPr>
        <p:spPr>
          <a:xfrm>
            <a:off x="257707" y="3448488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1" name="Google Shape;251;p24"/>
          <p:cNvSpPr txBox="1">
            <a:spLocks noGrp="1"/>
          </p:cNvSpPr>
          <p:nvPr>
            <p:ph type="title" idx="15"/>
          </p:nvPr>
        </p:nvSpPr>
        <p:spPr>
          <a:xfrm>
            <a:off x="257707" y="3961275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2" name="Google Shape;252;p24"/>
          <p:cNvSpPr txBox="1">
            <a:spLocks noGrp="1"/>
          </p:cNvSpPr>
          <p:nvPr>
            <p:ph type="title" idx="16"/>
          </p:nvPr>
        </p:nvSpPr>
        <p:spPr>
          <a:xfrm>
            <a:off x="1311836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3" name="Google Shape;253;p24"/>
          <p:cNvSpPr txBox="1">
            <a:spLocks noGrp="1"/>
          </p:cNvSpPr>
          <p:nvPr>
            <p:ph type="title" idx="17"/>
          </p:nvPr>
        </p:nvSpPr>
        <p:spPr>
          <a:xfrm>
            <a:off x="2365953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4" name="Google Shape;254;p24"/>
          <p:cNvSpPr txBox="1">
            <a:spLocks noGrp="1"/>
          </p:cNvSpPr>
          <p:nvPr>
            <p:ph type="title" idx="18"/>
          </p:nvPr>
        </p:nvSpPr>
        <p:spPr>
          <a:xfrm>
            <a:off x="257707" y="4474062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5" name="Google Shape;255;p24"/>
          <p:cNvSpPr txBox="1">
            <a:spLocks noGrp="1"/>
          </p:cNvSpPr>
          <p:nvPr>
            <p:ph type="title" idx="19"/>
          </p:nvPr>
        </p:nvSpPr>
        <p:spPr>
          <a:xfrm>
            <a:off x="1311836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6" name="Google Shape;256;p24"/>
          <p:cNvSpPr txBox="1">
            <a:spLocks noGrp="1"/>
          </p:cNvSpPr>
          <p:nvPr>
            <p:ph type="title" idx="20"/>
          </p:nvPr>
        </p:nvSpPr>
        <p:spPr>
          <a:xfrm>
            <a:off x="2365953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7" name="Google Shape;257;p24"/>
          <p:cNvSpPr txBox="1">
            <a:spLocks noGrp="1"/>
          </p:cNvSpPr>
          <p:nvPr>
            <p:ph type="title" idx="21"/>
          </p:nvPr>
        </p:nvSpPr>
        <p:spPr>
          <a:xfrm>
            <a:off x="1313187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8" name="Google Shape;258;p24"/>
          <p:cNvSpPr txBox="1">
            <a:spLocks noGrp="1"/>
          </p:cNvSpPr>
          <p:nvPr>
            <p:ph type="title" idx="22"/>
          </p:nvPr>
        </p:nvSpPr>
        <p:spPr>
          <a:xfrm>
            <a:off x="2365953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9" name="Google Shape;259;p24"/>
          <p:cNvSpPr txBox="1">
            <a:spLocks noGrp="1"/>
          </p:cNvSpPr>
          <p:nvPr>
            <p:ph type="title" idx="23"/>
          </p:nvPr>
        </p:nvSpPr>
        <p:spPr>
          <a:xfrm>
            <a:off x="216300" y="226194"/>
            <a:ext cx="4216200" cy="41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Space Grotesk"/>
              <a:buNone/>
              <a:defRPr sz="35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p">
  <p:cSld name="BLANK_1_1_1_1_1_1_1_1_1_1_1_1_1_1_1_1_2">
    <p:bg>
      <p:bgPr>
        <a:solidFill>
          <a:schemeClr val="dk1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5"/>
          <p:cNvSpPr txBox="1">
            <a:spLocks noGrp="1"/>
          </p:cNvSpPr>
          <p:nvPr>
            <p:ph type="title"/>
          </p:nvPr>
        </p:nvSpPr>
        <p:spPr>
          <a:xfrm>
            <a:off x="236975" y="4424350"/>
            <a:ext cx="4213800" cy="54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solidFill>
                  <a:schemeClr val="accent5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25"/>
          <p:cNvSpPr txBox="1">
            <a:spLocks noGrp="1"/>
          </p:cNvSpPr>
          <p:nvPr>
            <p:ph type="subTitle" idx="1"/>
          </p:nvPr>
        </p:nvSpPr>
        <p:spPr>
          <a:xfrm>
            <a:off x="6248450" y="4424346"/>
            <a:ext cx="2847300" cy="46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63" name="Google Shape;263;p25"/>
          <p:cNvSpPr txBox="1">
            <a:spLocks noGrp="1"/>
          </p:cNvSpPr>
          <p:nvPr>
            <p:ph type="subTitle" idx="2"/>
          </p:nvPr>
        </p:nvSpPr>
        <p:spPr>
          <a:xfrm>
            <a:off x="241825" y="2738350"/>
            <a:ext cx="1869600" cy="160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264" name="Google Shape;264;p25"/>
          <p:cNvGrpSpPr/>
          <p:nvPr/>
        </p:nvGrpSpPr>
        <p:grpSpPr>
          <a:xfrm>
            <a:off x="925470" y="348801"/>
            <a:ext cx="7293054" cy="3993059"/>
            <a:chOff x="238125" y="713000"/>
            <a:chExt cx="7143750" cy="4289000"/>
          </a:xfrm>
        </p:grpSpPr>
        <p:sp>
          <p:nvSpPr>
            <p:cNvPr id="265" name="Google Shape;265;p25"/>
            <p:cNvSpPr/>
            <p:nvPr/>
          </p:nvSpPr>
          <p:spPr>
            <a:xfrm>
              <a:off x="1952625" y="3233400"/>
              <a:ext cx="950200" cy="1768600"/>
            </a:xfrm>
            <a:custGeom>
              <a:avLst/>
              <a:gdLst/>
              <a:ahLst/>
              <a:cxnLst/>
              <a:rect l="l" t="t" r="r" b="b"/>
              <a:pathLst>
                <a:path w="38008" h="70744" extrusionOk="0">
                  <a:moveTo>
                    <a:pt x="0" y="0"/>
                  </a:moveTo>
                  <a:lnTo>
                    <a:pt x="0" y="3607"/>
                  </a:lnTo>
                  <a:lnTo>
                    <a:pt x="3718" y="3607"/>
                  </a:lnTo>
                  <a:lnTo>
                    <a:pt x="3718" y="11153"/>
                  </a:lnTo>
                  <a:lnTo>
                    <a:pt x="0" y="11153"/>
                  </a:lnTo>
                  <a:lnTo>
                    <a:pt x="0" y="18533"/>
                  </a:lnTo>
                  <a:lnTo>
                    <a:pt x="3773" y="18533"/>
                  </a:lnTo>
                  <a:lnTo>
                    <a:pt x="3773" y="25968"/>
                  </a:lnTo>
                  <a:lnTo>
                    <a:pt x="7602" y="25968"/>
                  </a:lnTo>
                  <a:lnTo>
                    <a:pt x="7602" y="29741"/>
                  </a:lnTo>
                  <a:lnTo>
                    <a:pt x="11375" y="29741"/>
                  </a:lnTo>
                  <a:lnTo>
                    <a:pt x="11375" y="33513"/>
                  </a:lnTo>
                  <a:lnTo>
                    <a:pt x="11375" y="37286"/>
                  </a:lnTo>
                  <a:lnTo>
                    <a:pt x="7602" y="37286"/>
                  </a:lnTo>
                  <a:lnTo>
                    <a:pt x="7602" y="70744"/>
                  </a:lnTo>
                  <a:lnTo>
                    <a:pt x="11375" y="70744"/>
                  </a:lnTo>
                  <a:lnTo>
                    <a:pt x="11375" y="63309"/>
                  </a:lnTo>
                  <a:lnTo>
                    <a:pt x="15203" y="63309"/>
                  </a:lnTo>
                  <a:lnTo>
                    <a:pt x="15203" y="52101"/>
                  </a:lnTo>
                  <a:lnTo>
                    <a:pt x="22805" y="52101"/>
                  </a:lnTo>
                  <a:lnTo>
                    <a:pt x="22805" y="44611"/>
                  </a:lnTo>
                  <a:lnTo>
                    <a:pt x="26578" y="44611"/>
                  </a:lnTo>
                  <a:lnTo>
                    <a:pt x="26578" y="33458"/>
                  </a:lnTo>
                  <a:lnTo>
                    <a:pt x="34235" y="33458"/>
                  </a:lnTo>
                  <a:lnTo>
                    <a:pt x="34235" y="22250"/>
                  </a:lnTo>
                  <a:lnTo>
                    <a:pt x="38008" y="22250"/>
                  </a:lnTo>
                  <a:lnTo>
                    <a:pt x="38008" y="14815"/>
                  </a:lnTo>
                  <a:lnTo>
                    <a:pt x="34235" y="14815"/>
                  </a:lnTo>
                  <a:lnTo>
                    <a:pt x="34235" y="11153"/>
                  </a:lnTo>
                  <a:lnTo>
                    <a:pt x="26578" y="11153"/>
                  </a:lnTo>
                  <a:lnTo>
                    <a:pt x="26578" y="7380"/>
                  </a:lnTo>
                  <a:lnTo>
                    <a:pt x="22749" y="7380"/>
                  </a:lnTo>
                  <a:lnTo>
                    <a:pt x="22749" y="3607"/>
                  </a:lnTo>
                  <a:lnTo>
                    <a:pt x="18976" y="3607"/>
                  </a:lnTo>
                  <a:lnTo>
                    <a:pt x="1897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6" name="Google Shape;266;p25"/>
            <p:cNvSpPr/>
            <p:nvPr/>
          </p:nvSpPr>
          <p:spPr>
            <a:xfrm>
              <a:off x="5955875" y="3792400"/>
              <a:ext cx="756025" cy="835100"/>
            </a:xfrm>
            <a:custGeom>
              <a:avLst/>
              <a:gdLst/>
              <a:ahLst/>
              <a:cxnLst/>
              <a:rect l="l" t="t" r="r" b="b"/>
              <a:pathLst>
                <a:path w="30241" h="33404" extrusionOk="0">
                  <a:moveTo>
                    <a:pt x="11320" y="1"/>
                  </a:moveTo>
                  <a:lnTo>
                    <a:pt x="11320" y="3718"/>
                  </a:lnTo>
                  <a:lnTo>
                    <a:pt x="3719" y="3718"/>
                  </a:lnTo>
                  <a:lnTo>
                    <a:pt x="3719" y="7436"/>
                  </a:lnTo>
                  <a:lnTo>
                    <a:pt x="1" y="7436"/>
                  </a:lnTo>
                  <a:lnTo>
                    <a:pt x="1" y="25968"/>
                  </a:lnTo>
                  <a:lnTo>
                    <a:pt x="3663" y="25968"/>
                  </a:lnTo>
                  <a:lnTo>
                    <a:pt x="3663" y="22361"/>
                  </a:lnTo>
                  <a:lnTo>
                    <a:pt x="15149" y="22361"/>
                  </a:lnTo>
                  <a:lnTo>
                    <a:pt x="15149" y="26024"/>
                  </a:lnTo>
                  <a:lnTo>
                    <a:pt x="18922" y="26024"/>
                  </a:lnTo>
                  <a:lnTo>
                    <a:pt x="18922" y="29741"/>
                  </a:lnTo>
                  <a:lnTo>
                    <a:pt x="22750" y="29741"/>
                  </a:lnTo>
                  <a:lnTo>
                    <a:pt x="22750" y="33403"/>
                  </a:lnTo>
                  <a:lnTo>
                    <a:pt x="26579" y="33403"/>
                  </a:lnTo>
                  <a:lnTo>
                    <a:pt x="26579" y="22251"/>
                  </a:lnTo>
                  <a:lnTo>
                    <a:pt x="30241" y="22251"/>
                  </a:lnTo>
                  <a:lnTo>
                    <a:pt x="30241" y="11098"/>
                  </a:lnTo>
                  <a:lnTo>
                    <a:pt x="26523" y="11098"/>
                  </a:lnTo>
                  <a:lnTo>
                    <a:pt x="26523" y="7381"/>
                  </a:lnTo>
                  <a:lnTo>
                    <a:pt x="22695" y="7381"/>
                  </a:lnTo>
                  <a:lnTo>
                    <a:pt x="22695" y="1"/>
                  </a:lnTo>
                  <a:lnTo>
                    <a:pt x="18866" y="1"/>
                  </a:lnTo>
                  <a:lnTo>
                    <a:pt x="18866" y="3663"/>
                  </a:lnTo>
                  <a:lnTo>
                    <a:pt x="15093" y="3663"/>
                  </a:lnTo>
                  <a:lnTo>
                    <a:pt x="150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7" name="Google Shape;267;p25"/>
            <p:cNvSpPr/>
            <p:nvPr/>
          </p:nvSpPr>
          <p:spPr>
            <a:xfrm>
              <a:off x="5858775" y="3324950"/>
              <a:ext cx="283025" cy="277450"/>
            </a:xfrm>
            <a:custGeom>
              <a:avLst/>
              <a:gdLst/>
              <a:ahLst/>
              <a:cxnLst/>
              <a:rect l="l" t="t" r="r" b="b"/>
              <a:pathLst>
                <a:path w="11321" h="11098" extrusionOk="0">
                  <a:moveTo>
                    <a:pt x="3774" y="0"/>
                  </a:moveTo>
                  <a:lnTo>
                    <a:pt x="3774" y="3773"/>
                  </a:lnTo>
                  <a:lnTo>
                    <a:pt x="1" y="3773"/>
                  </a:lnTo>
                  <a:lnTo>
                    <a:pt x="1" y="11098"/>
                  </a:lnTo>
                  <a:lnTo>
                    <a:pt x="3774" y="11098"/>
                  </a:lnTo>
                  <a:lnTo>
                    <a:pt x="3774" y="7380"/>
                  </a:lnTo>
                  <a:lnTo>
                    <a:pt x="11320" y="7380"/>
                  </a:lnTo>
                  <a:lnTo>
                    <a:pt x="11320" y="3663"/>
                  </a:lnTo>
                  <a:lnTo>
                    <a:pt x="7492" y="3663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8" name="Google Shape;268;p25"/>
            <p:cNvSpPr/>
            <p:nvPr/>
          </p:nvSpPr>
          <p:spPr>
            <a:xfrm>
              <a:off x="1762575" y="2953200"/>
              <a:ext cx="187300" cy="274675"/>
            </a:xfrm>
            <a:custGeom>
              <a:avLst/>
              <a:gdLst/>
              <a:ahLst/>
              <a:cxnLst/>
              <a:rect l="l" t="t" r="r" b="b"/>
              <a:pathLst>
                <a:path w="7492" h="10987" extrusionOk="0">
                  <a:moveTo>
                    <a:pt x="0" y="0"/>
                  </a:moveTo>
                  <a:lnTo>
                    <a:pt x="0" y="7380"/>
                  </a:lnTo>
                  <a:lnTo>
                    <a:pt x="3774" y="7380"/>
                  </a:lnTo>
                  <a:lnTo>
                    <a:pt x="3774" y="10987"/>
                  </a:lnTo>
                  <a:lnTo>
                    <a:pt x="7491" y="10987"/>
                  </a:lnTo>
                  <a:lnTo>
                    <a:pt x="7491" y="3662"/>
                  </a:lnTo>
                  <a:lnTo>
                    <a:pt x="3718" y="366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6716050" y="1832400"/>
              <a:ext cx="187275" cy="277450"/>
            </a:xfrm>
            <a:custGeom>
              <a:avLst/>
              <a:gdLst/>
              <a:ahLst/>
              <a:cxnLst/>
              <a:rect l="l" t="t" r="r" b="b"/>
              <a:pathLst>
                <a:path w="7491" h="11098" extrusionOk="0">
                  <a:moveTo>
                    <a:pt x="3773" y="0"/>
                  </a:moveTo>
                  <a:lnTo>
                    <a:pt x="3773" y="3773"/>
                  </a:lnTo>
                  <a:lnTo>
                    <a:pt x="0" y="3773"/>
                  </a:lnTo>
                  <a:lnTo>
                    <a:pt x="0" y="11098"/>
                  </a:lnTo>
                  <a:lnTo>
                    <a:pt x="3718" y="11098"/>
                  </a:lnTo>
                  <a:lnTo>
                    <a:pt x="3718" y="7380"/>
                  </a:lnTo>
                  <a:lnTo>
                    <a:pt x="7491" y="7380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4524375" y="3886725"/>
              <a:ext cx="91575" cy="274700"/>
            </a:xfrm>
            <a:custGeom>
              <a:avLst/>
              <a:gdLst/>
              <a:ahLst/>
              <a:cxnLst/>
              <a:rect l="l" t="t" r="r" b="b"/>
              <a:pathLst>
                <a:path w="3663" h="10988" extrusionOk="0">
                  <a:moveTo>
                    <a:pt x="0" y="1"/>
                  </a:moveTo>
                  <a:lnTo>
                    <a:pt x="0" y="10987"/>
                  </a:lnTo>
                  <a:lnTo>
                    <a:pt x="3662" y="1098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1" name="Google Shape;271;p25"/>
            <p:cNvSpPr/>
            <p:nvPr/>
          </p:nvSpPr>
          <p:spPr>
            <a:xfrm>
              <a:off x="5477325" y="807300"/>
              <a:ext cx="187300" cy="181750"/>
            </a:xfrm>
            <a:custGeom>
              <a:avLst/>
              <a:gdLst/>
              <a:ahLst/>
              <a:cxnLst/>
              <a:rect l="l" t="t" r="r" b="b"/>
              <a:pathLst>
                <a:path w="7492" h="7270" extrusionOk="0">
                  <a:moveTo>
                    <a:pt x="1" y="1"/>
                  </a:moveTo>
                  <a:lnTo>
                    <a:pt x="1" y="7270"/>
                  </a:lnTo>
                  <a:lnTo>
                    <a:pt x="7491" y="7270"/>
                  </a:lnTo>
                  <a:lnTo>
                    <a:pt x="7491" y="3608"/>
                  </a:lnTo>
                  <a:lnTo>
                    <a:pt x="3718" y="3608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2" name="Google Shape;272;p25"/>
            <p:cNvSpPr/>
            <p:nvPr/>
          </p:nvSpPr>
          <p:spPr>
            <a:xfrm>
              <a:off x="1951225" y="2765925"/>
              <a:ext cx="94350" cy="183150"/>
            </a:xfrm>
            <a:custGeom>
              <a:avLst/>
              <a:gdLst/>
              <a:ahLst/>
              <a:cxnLst/>
              <a:rect l="l" t="t" r="r" b="b"/>
              <a:pathLst>
                <a:path w="3774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74" y="7325"/>
                  </a:lnTo>
                  <a:lnTo>
                    <a:pt x="37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3" name="Google Shape;273;p25"/>
            <p:cNvSpPr/>
            <p:nvPr/>
          </p:nvSpPr>
          <p:spPr>
            <a:xfrm>
              <a:off x="3859925" y="900250"/>
              <a:ext cx="91575" cy="183125"/>
            </a:xfrm>
            <a:custGeom>
              <a:avLst/>
              <a:gdLst/>
              <a:ahLst/>
              <a:cxnLst/>
              <a:rect l="l" t="t" r="r" b="b"/>
              <a:pathLst>
                <a:path w="3663" h="7325" extrusionOk="0">
                  <a:moveTo>
                    <a:pt x="0" y="0"/>
                  </a:moveTo>
                  <a:lnTo>
                    <a:pt x="0" y="7325"/>
                  </a:lnTo>
                  <a:lnTo>
                    <a:pt x="3552" y="7325"/>
                  </a:lnTo>
                  <a:lnTo>
                    <a:pt x="3607" y="6770"/>
                  </a:lnTo>
                  <a:lnTo>
                    <a:pt x="3663" y="5826"/>
                  </a:lnTo>
                  <a:lnTo>
                    <a:pt x="3663" y="3496"/>
                  </a:lnTo>
                  <a:lnTo>
                    <a:pt x="3607" y="1221"/>
                  </a:lnTo>
                  <a:lnTo>
                    <a:pt x="3552" y="389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4" name="Google Shape;274;p25"/>
            <p:cNvSpPr/>
            <p:nvPr/>
          </p:nvSpPr>
          <p:spPr>
            <a:xfrm>
              <a:off x="7097500" y="4444350"/>
              <a:ext cx="92950" cy="183150"/>
            </a:xfrm>
            <a:custGeom>
              <a:avLst/>
              <a:gdLst/>
              <a:ahLst/>
              <a:cxnLst/>
              <a:rect l="l" t="t" r="r" b="b"/>
              <a:pathLst>
                <a:path w="3718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18" y="7325"/>
                  </a:lnTo>
                  <a:lnTo>
                    <a:pt x="3718" y="5494"/>
                  </a:lnTo>
                  <a:lnTo>
                    <a:pt x="3718" y="3663"/>
                  </a:lnTo>
                  <a:lnTo>
                    <a:pt x="3718" y="183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5" name="Google Shape;275;p25"/>
            <p:cNvSpPr/>
            <p:nvPr/>
          </p:nvSpPr>
          <p:spPr>
            <a:xfrm>
              <a:off x="3477075" y="1832400"/>
              <a:ext cx="91575" cy="184525"/>
            </a:xfrm>
            <a:custGeom>
              <a:avLst/>
              <a:gdLst/>
              <a:ahLst/>
              <a:cxnLst/>
              <a:rect l="l" t="t" r="r" b="b"/>
              <a:pathLst>
                <a:path w="3663" h="7381" extrusionOk="0">
                  <a:moveTo>
                    <a:pt x="1" y="0"/>
                  </a:moveTo>
                  <a:lnTo>
                    <a:pt x="1" y="7380"/>
                  </a:lnTo>
                  <a:lnTo>
                    <a:pt x="3663" y="7380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6" name="Google Shape;276;p25"/>
            <p:cNvSpPr/>
            <p:nvPr/>
          </p:nvSpPr>
          <p:spPr>
            <a:xfrm>
              <a:off x="3191325" y="1553575"/>
              <a:ext cx="187300" cy="88825"/>
            </a:xfrm>
            <a:custGeom>
              <a:avLst/>
              <a:gdLst/>
              <a:ahLst/>
              <a:cxnLst/>
              <a:rect l="l" t="t" r="r" b="b"/>
              <a:pathLst>
                <a:path w="7492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7" name="Google Shape;277;p25"/>
            <p:cNvSpPr/>
            <p:nvPr/>
          </p:nvSpPr>
          <p:spPr>
            <a:xfrm>
              <a:off x="6430275" y="3605150"/>
              <a:ext cx="187300" cy="90200"/>
            </a:xfrm>
            <a:custGeom>
              <a:avLst/>
              <a:gdLst/>
              <a:ahLst/>
              <a:cxnLst/>
              <a:rect l="l" t="t" r="r" b="b"/>
              <a:pathLst>
                <a:path w="7492" h="3608" extrusionOk="0">
                  <a:moveTo>
                    <a:pt x="1" y="0"/>
                  </a:moveTo>
                  <a:lnTo>
                    <a:pt x="1" y="3607"/>
                  </a:lnTo>
                  <a:lnTo>
                    <a:pt x="7492" y="3607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8" name="Google Shape;278;p25"/>
            <p:cNvSpPr/>
            <p:nvPr/>
          </p:nvSpPr>
          <p:spPr>
            <a:xfrm>
              <a:off x="6240250" y="3513600"/>
              <a:ext cx="187300" cy="88800"/>
            </a:xfrm>
            <a:custGeom>
              <a:avLst/>
              <a:gdLst/>
              <a:ahLst/>
              <a:cxnLst/>
              <a:rect l="l" t="t" r="r" b="b"/>
              <a:pathLst>
                <a:path w="7492" h="3552" extrusionOk="0">
                  <a:moveTo>
                    <a:pt x="0" y="0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9" name="Google Shape;279;p25"/>
            <p:cNvSpPr/>
            <p:nvPr/>
          </p:nvSpPr>
          <p:spPr>
            <a:xfrm>
              <a:off x="2142650" y="29532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0" name="Google Shape;280;p25"/>
            <p:cNvSpPr/>
            <p:nvPr/>
          </p:nvSpPr>
          <p:spPr>
            <a:xfrm>
              <a:off x="4048575" y="898875"/>
              <a:ext cx="92975" cy="90175"/>
            </a:xfrm>
            <a:custGeom>
              <a:avLst/>
              <a:gdLst/>
              <a:ahLst/>
              <a:cxnLst/>
              <a:rect l="l" t="t" r="r" b="b"/>
              <a:pathLst>
                <a:path w="3719" h="3607" extrusionOk="0">
                  <a:moveTo>
                    <a:pt x="1" y="0"/>
                  </a:moveTo>
                  <a:lnTo>
                    <a:pt x="1" y="3607"/>
                  </a:lnTo>
                  <a:lnTo>
                    <a:pt x="3718" y="3607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1" name="Google Shape;281;p25"/>
            <p:cNvSpPr/>
            <p:nvPr/>
          </p:nvSpPr>
          <p:spPr>
            <a:xfrm>
              <a:off x="5191575" y="32334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2" name="Google Shape;282;p25"/>
            <p:cNvSpPr/>
            <p:nvPr/>
          </p:nvSpPr>
          <p:spPr>
            <a:xfrm>
              <a:off x="7001800" y="4631625"/>
              <a:ext cx="91575" cy="90175"/>
            </a:xfrm>
            <a:custGeom>
              <a:avLst/>
              <a:gdLst/>
              <a:ahLst/>
              <a:cxnLst/>
              <a:rect l="l" t="t" r="r" b="b"/>
              <a:pathLst>
                <a:path w="3663" h="3607" extrusionOk="0">
                  <a:moveTo>
                    <a:pt x="0" y="0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3" name="Google Shape;283;p25"/>
            <p:cNvSpPr/>
            <p:nvPr/>
          </p:nvSpPr>
          <p:spPr>
            <a:xfrm>
              <a:off x="5573025" y="3419275"/>
              <a:ext cx="91600" cy="88800"/>
            </a:xfrm>
            <a:custGeom>
              <a:avLst/>
              <a:gdLst/>
              <a:ahLst/>
              <a:cxnLst/>
              <a:rect l="l" t="t" r="r" b="b"/>
              <a:pathLst>
                <a:path w="3664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4" name="Google Shape;284;p25"/>
            <p:cNvSpPr/>
            <p:nvPr/>
          </p:nvSpPr>
          <p:spPr>
            <a:xfrm>
              <a:off x="6240250" y="2580050"/>
              <a:ext cx="92975" cy="88825"/>
            </a:xfrm>
            <a:custGeom>
              <a:avLst/>
              <a:gdLst/>
              <a:ahLst/>
              <a:cxnLst/>
              <a:rect l="l" t="t" r="r" b="b"/>
              <a:pathLst>
                <a:path w="3719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3718" y="3552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5" name="Google Shape;285;p25"/>
            <p:cNvSpPr/>
            <p:nvPr/>
          </p:nvSpPr>
          <p:spPr>
            <a:xfrm>
              <a:off x="3381375" y="20182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6" name="Google Shape;286;p25"/>
            <p:cNvSpPr/>
            <p:nvPr/>
          </p:nvSpPr>
          <p:spPr>
            <a:xfrm>
              <a:off x="1191075" y="9931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63" y="3608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7" name="Google Shape;287;p25"/>
            <p:cNvSpPr/>
            <p:nvPr/>
          </p:nvSpPr>
          <p:spPr>
            <a:xfrm>
              <a:off x="3572775" y="2019650"/>
              <a:ext cx="91600" cy="88825"/>
            </a:xfrm>
            <a:custGeom>
              <a:avLst/>
              <a:gdLst/>
              <a:ahLst/>
              <a:cxnLst/>
              <a:rect l="l" t="t" r="r" b="b"/>
              <a:pathLst>
                <a:path w="3664" h="3553" extrusionOk="0">
                  <a:moveTo>
                    <a:pt x="1" y="1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8" name="Google Shape;288;p25"/>
            <p:cNvSpPr/>
            <p:nvPr/>
          </p:nvSpPr>
          <p:spPr>
            <a:xfrm>
              <a:off x="6908850" y="3976900"/>
              <a:ext cx="88800" cy="92950"/>
            </a:xfrm>
            <a:custGeom>
              <a:avLst/>
              <a:gdLst/>
              <a:ahLst/>
              <a:cxnLst/>
              <a:rect l="l" t="t" r="r" b="b"/>
              <a:pathLst>
                <a:path w="3552" h="3718" extrusionOk="0">
                  <a:moveTo>
                    <a:pt x="833" y="1"/>
                  </a:moveTo>
                  <a:lnTo>
                    <a:pt x="0" y="56"/>
                  </a:lnTo>
                  <a:lnTo>
                    <a:pt x="0" y="3718"/>
                  </a:lnTo>
                  <a:lnTo>
                    <a:pt x="3552" y="3718"/>
                  </a:lnTo>
                  <a:lnTo>
                    <a:pt x="3552" y="56"/>
                  </a:lnTo>
                  <a:lnTo>
                    <a:pt x="17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9" name="Google Shape;289;p25"/>
            <p:cNvSpPr/>
            <p:nvPr/>
          </p:nvSpPr>
          <p:spPr>
            <a:xfrm>
              <a:off x="4811500" y="108612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3" y="3607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0" name="Google Shape;290;p25"/>
            <p:cNvSpPr/>
            <p:nvPr/>
          </p:nvSpPr>
          <p:spPr>
            <a:xfrm>
              <a:off x="5668750" y="3512200"/>
              <a:ext cx="90200" cy="90200"/>
            </a:xfrm>
            <a:custGeom>
              <a:avLst/>
              <a:gdLst/>
              <a:ahLst/>
              <a:cxnLst/>
              <a:rect l="l" t="t" r="r" b="b"/>
              <a:pathLst>
                <a:path w="3608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07" y="3608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1" name="Google Shape;291;p25"/>
            <p:cNvSpPr/>
            <p:nvPr/>
          </p:nvSpPr>
          <p:spPr>
            <a:xfrm>
              <a:off x="5761700" y="3605150"/>
              <a:ext cx="92950" cy="88800"/>
            </a:xfrm>
            <a:custGeom>
              <a:avLst/>
              <a:gdLst/>
              <a:ahLst/>
              <a:cxnLst/>
              <a:rect l="l" t="t" r="r" b="b"/>
              <a:pathLst>
                <a:path w="3718" h="3552" extrusionOk="0">
                  <a:moveTo>
                    <a:pt x="56" y="0"/>
                  </a:moveTo>
                  <a:lnTo>
                    <a:pt x="0" y="1776"/>
                  </a:lnTo>
                  <a:lnTo>
                    <a:pt x="56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2" name="Google Shape;292;p25"/>
            <p:cNvSpPr/>
            <p:nvPr/>
          </p:nvSpPr>
          <p:spPr>
            <a:xfrm>
              <a:off x="4717175" y="805925"/>
              <a:ext cx="90200" cy="91575"/>
            </a:xfrm>
            <a:custGeom>
              <a:avLst/>
              <a:gdLst/>
              <a:ahLst/>
              <a:cxnLst/>
              <a:rect l="l" t="t" r="r" b="b"/>
              <a:pathLst>
                <a:path w="3608" h="3663" extrusionOk="0">
                  <a:moveTo>
                    <a:pt x="0" y="1"/>
                  </a:moveTo>
                  <a:lnTo>
                    <a:pt x="0" y="3663"/>
                  </a:lnTo>
                  <a:lnTo>
                    <a:pt x="3607" y="3663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3" name="Google Shape;293;p25"/>
            <p:cNvSpPr/>
            <p:nvPr/>
          </p:nvSpPr>
          <p:spPr>
            <a:xfrm>
              <a:off x="4715775" y="1180450"/>
              <a:ext cx="90200" cy="88800"/>
            </a:xfrm>
            <a:custGeom>
              <a:avLst/>
              <a:gdLst/>
              <a:ahLst/>
              <a:cxnLst/>
              <a:rect l="l" t="t" r="r" b="b"/>
              <a:pathLst>
                <a:path w="3608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08" y="3552"/>
                  </a:lnTo>
                  <a:lnTo>
                    <a:pt x="36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4" name="Google Shape;294;p25"/>
            <p:cNvSpPr/>
            <p:nvPr/>
          </p:nvSpPr>
          <p:spPr>
            <a:xfrm>
              <a:off x="4618700" y="1273375"/>
              <a:ext cx="94350" cy="90200"/>
            </a:xfrm>
            <a:custGeom>
              <a:avLst/>
              <a:gdLst/>
              <a:ahLst/>
              <a:cxnLst/>
              <a:rect l="l" t="t" r="r" b="b"/>
              <a:pathLst>
                <a:path w="3774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773" y="3608"/>
                  </a:lnTo>
                  <a:lnTo>
                    <a:pt x="3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5" name="Google Shape;295;p25"/>
            <p:cNvSpPr/>
            <p:nvPr/>
          </p:nvSpPr>
          <p:spPr>
            <a:xfrm>
              <a:off x="238125" y="713000"/>
              <a:ext cx="3140500" cy="2329000"/>
            </a:xfrm>
            <a:custGeom>
              <a:avLst/>
              <a:gdLst/>
              <a:ahLst/>
              <a:cxnLst/>
              <a:rect l="l" t="t" r="r" b="b"/>
              <a:pathLst>
                <a:path w="125620" h="93160" extrusionOk="0">
                  <a:moveTo>
                    <a:pt x="64696" y="18643"/>
                  </a:moveTo>
                  <a:lnTo>
                    <a:pt x="64696" y="22305"/>
                  </a:lnTo>
                  <a:lnTo>
                    <a:pt x="60923" y="22305"/>
                  </a:lnTo>
                  <a:lnTo>
                    <a:pt x="60923" y="18643"/>
                  </a:lnTo>
                  <a:close/>
                  <a:moveTo>
                    <a:pt x="64696" y="26133"/>
                  </a:moveTo>
                  <a:lnTo>
                    <a:pt x="64696" y="29796"/>
                  </a:lnTo>
                  <a:lnTo>
                    <a:pt x="60923" y="29796"/>
                  </a:lnTo>
                  <a:lnTo>
                    <a:pt x="60923" y="26133"/>
                  </a:lnTo>
                  <a:close/>
                  <a:moveTo>
                    <a:pt x="68525" y="0"/>
                  </a:moveTo>
                  <a:lnTo>
                    <a:pt x="68525" y="3718"/>
                  </a:lnTo>
                  <a:lnTo>
                    <a:pt x="57150" y="3718"/>
                  </a:lnTo>
                  <a:lnTo>
                    <a:pt x="57150" y="11097"/>
                  </a:lnTo>
                  <a:lnTo>
                    <a:pt x="64696" y="11097"/>
                  </a:lnTo>
                  <a:lnTo>
                    <a:pt x="64696" y="14926"/>
                  </a:lnTo>
                  <a:lnTo>
                    <a:pt x="53377" y="14926"/>
                  </a:lnTo>
                  <a:lnTo>
                    <a:pt x="53377" y="26078"/>
                  </a:lnTo>
                  <a:lnTo>
                    <a:pt x="57095" y="26078"/>
                  </a:lnTo>
                  <a:lnTo>
                    <a:pt x="57095" y="29796"/>
                  </a:lnTo>
                  <a:lnTo>
                    <a:pt x="53211" y="29796"/>
                  </a:lnTo>
                  <a:lnTo>
                    <a:pt x="53211" y="26078"/>
                  </a:lnTo>
                  <a:lnTo>
                    <a:pt x="49438" y="26078"/>
                  </a:lnTo>
                  <a:lnTo>
                    <a:pt x="49438" y="22416"/>
                  </a:lnTo>
                  <a:lnTo>
                    <a:pt x="41836" y="22416"/>
                  </a:lnTo>
                  <a:lnTo>
                    <a:pt x="41836" y="29740"/>
                  </a:lnTo>
                  <a:lnTo>
                    <a:pt x="38063" y="29740"/>
                  </a:lnTo>
                  <a:lnTo>
                    <a:pt x="38063" y="22250"/>
                  </a:lnTo>
                  <a:lnTo>
                    <a:pt x="41781" y="22250"/>
                  </a:lnTo>
                  <a:lnTo>
                    <a:pt x="41781" y="18698"/>
                  </a:lnTo>
                  <a:lnTo>
                    <a:pt x="34179" y="18698"/>
                  </a:lnTo>
                  <a:lnTo>
                    <a:pt x="34179" y="26133"/>
                  </a:lnTo>
                  <a:lnTo>
                    <a:pt x="26578" y="26133"/>
                  </a:lnTo>
                  <a:lnTo>
                    <a:pt x="26578" y="29796"/>
                  </a:lnTo>
                  <a:lnTo>
                    <a:pt x="22749" y="29796"/>
                  </a:lnTo>
                  <a:lnTo>
                    <a:pt x="22749" y="26133"/>
                  </a:lnTo>
                  <a:lnTo>
                    <a:pt x="3773" y="26133"/>
                  </a:lnTo>
                  <a:lnTo>
                    <a:pt x="3773" y="33569"/>
                  </a:lnTo>
                  <a:lnTo>
                    <a:pt x="0" y="33569"/>
                  </a:lnTo>
                  <a:lnTo>
                    <a:pt x="0" y="44776"/>
                  </a:lnTo>
                  <a:lnTo>
                    <a:pt x="7602" y="44776"/>
                  </a:lnTo>
                  <a:lnTo>
                    <a:pt x="7602" y="48383"/>
                  </a:lnTo>
                  <a:lnTo>
                    <a:pt x="11319" y="48383"/>
                  </a:lnTo>
                  <a:lnTo>
                    <a:pt x="11319" y="44721"/>
                  </a:lnTo>
                  <a:lnTo>
                    <a:pt x="15148" y="44721"/>
                  </a:lnTo>
                  <a:lnTo>
                    <a:pt x="15148" y="41004"/>
                  </a:lnTo>
                  <a:lnTo>
                    <a:pt x="19032" y="41004"/>
                  </a:lnTo>
                  <a:lnTo>
                    <a:pt x="19032" y="44721"/>
                  </a:lnTo>
                  <a:lnTo>
                    <a:pt x="26633" y="44721"/>
                  </a:lnTo>
                  <a:lnTo>
                    <a:pt x="26633" y="52212"/>
                  </a:lnTo>
                  <a:lnTo>
                    <a:pt x="30462" y="52212"/>
                  </a:lnTo>
                  <a:lnTo>
                    <a:pt x="30462" y="55929"/>
                  </a:lnTo>
                  <a:lnTo>
                    <a:pt x="34235" y="55929"/>
                  </a:lnTo>
                  <a:lnTo>
                    <a:pt x="34235" y="60978"/>
                  </a:lnTo>
                  <a:lnTo>
                    <a:pt x="34235" y="65861"/>
                  </a:lnTo>
                  <a:lnTo>
                    <a:pt x="34235" y="68358"/>
                  </a:lnTo>
                  <a:lnTo>
                    <a:pt x="34235" y="70855"/>
                  </a:lnTo>
                  <a:lnTo>
                    <a:pt x="38008" y="70855"/>
                  </a:lnTo>
                  <a:lnTo>
                    <a:pt x="38008" y="74627"/>
                  </a:lnTo>
                  <a:lnTo>
                    <a:pt x="38063" y="78290"/>
                  </a:lnTo>
                  <a:lnTo>
                    <a:pt x="41892" y="78290"/>
                  </a:lnTo>
                  <a:lnTo>
                    <a:pt x="41892" y="85780"/>
                  </a:lnTo>
                  <a:lnTo>
                    <a:pt x="49548" y="85780"/>
                  </a:lnTo>
                  <a:lnTo>
                    <a:pt x="49548" y="93160"/>
                  </a:lnTo>
                  <a:lnTo>
                    <a:pt x="57095" y="93160"/>
                  </a:lnTo>
                  <a:lnTo>
                    <a:pt x="57095" y="82007"/>
                  </a:lnTo>
                  <a:lnTo>
                    <a:pt x="58759" y="82007"/>
                  </a:lnTo>
                  <a:lnTo>
                    <a:pt x="68525" y="82118"/>
                  </a:lnTo>
                  <a:lnTo>
                    <a:pt x="68525" y="78290"/>
                  </a:lnTo>
                  <a:lnTo>
                    <a:pt x="72353" y="78290"/>
                  </a:lnTo>
                  <a:lnTo>
                    <a:pt x="72353" y="74517"/>
                  </a:lnTo>
                  <a:lnTo>
                    <a:pt x="76182" y="74517"/>
                  </a:lnTo>
                  <a:lnTo>
                    <a:pt x="76182" y="67082"/>
                  </a:lnTo>
                  <a:lnTo>
                    <a:pt x="79955" y="67082"/>
                  </a:lnTo>
                  <a:lnTo>
                    <a:pt x="79955" y="63364"/>
                  </a:lnTo>
                  <a:lnTo>
                    <a:pt x="83672" y="63364"/>
                  </a:lnTo>
                  <a:lnTo>
                    <a:pt x="83672" y="59647"/>
                  </a:lnTo>
                  <a:lnTo>
                    <a:pt x="79955" y="59647"/>
                  </a:lnTo>
                  <a:lnTo>
                    <a:pt x="79955" y="55929"/>
                  </a:lnTo>
                  <a:lnTo>
                    <a:pt x="87612" y="55929"/>
                  </a:lnTo>
                  <a:lnTo>
                    <a:pt x="87612" y="59591"/>
                  </a:lnTo>
                  <a:lnTo>
                    <a:pt x="91274" y="59591"/>
                  </a:lnTo>
                  <a:lnTo>
                    <a:pt x="91274" y="52212"/>
                  </a:lnTo>
                  <a:lnTo>
                    <a:pt x="87501" y="52212"/>
                  </a:lnTo>
                  <a:lnTo>
                    <a:pt x="87501" y="44776"/>
                  </a:lnTo>
                  <a:lnTo>
                    <a:pt x="79899" y="44776"/>
                  </a:lnTo>
                  <a:lnTo>
                    <a:pt x="79899" y="41059"/>
                  </a:lnTo>
                  <a:lnTo>
                    <a:pt x="72298" y="41059"/>
                  </a:lnTo>
                  <a:lnTo>
                    <a:pt x="72298" y="55929"/>
                  </a:lnTo>
                  <a:lnTo>
                    <a:pt x="68525" y="55929"/>
                  </a:lnTo>
                  <a:lnTo>
                    <a:pt x="68525" y="48494"/>
                  </a:lnTo>
                  <a:lnTo>
                    <a:pt x="60812" y="48494"/>
                  </a:lnTo>
                  <a:lnTo>
                    <a:pt x="60812" y="44721"/>
                  </a:lnTo>
                  <a:lnTo>
                    <a:pt x="57095" y="44721"/>
                  </a:lnTo>
                  <a:lnTo>
                    <a:pt x="57095" y="40948"/>
                  </a:lnTo>
                  <a:lnTo>
                    <a:pt x="60868" y="40948"/>
                  </a:lnTo>
                  <a:lnTo>
                    <a:pt x="60868" y="37231"/>
                  </a:lnTo>
                  <a:lnTo>
                    <a:pt x="68525" y="37231"/>
                  </a:lnTo>
                  <a:lnTo>
                    <a:pt x="68525" y="26133"/>
                  </a:lnTo>
                  <a:lnTo>
                    <a:pt x="72353" y="26133"/>
                  </a:lnTo>
                  <a:lnTo>
                    <a:pt x="72353" y="37231"/>
                  </a:lnTo>
                  <a:lnTo>
                    <a:pt x="79955" y="37231"/>
                  </a:lnTo>
                  <a:lnTo>
                    <a:pt x="79955" y="40893"/>
                  </a:lnTo>
                  <a:lnTo>
                    <a:pt x="83672" y="40893"/>
                  </a:lnTo>
                  <a:lnTo>
                    <a:pt x="83672" y="29796"/>
                  </a:lnTo>
                  <a:lnTo>
                    <a:pt x="79899" y="29796"/>
                  </a:lnTo>
                  <a:lnTo>
                    <a:pt x="79899" y="26078"/>
                  </a:lnTo>
                  <a:lnTo>
                    <a:pt x="76126" y="26078"/>
                  </a:lnTo>
                  <a:lnTo>
                    <a:pt x="76126" y="22361"/>
                  </a:lnTo>
                  <a:lnTo>
                    <a:pt x="72408" y="22361"/>
                  </a:lnTo>
                  <a:lnTo>
                    <a:pt x="72408" y="11097"/>
                  </a:lnTo>
                  <a:lnTo>
                    <a:pt x="76182" y="11097"/>
                  </a:lnTo>
                  <a:lnTo>
                    <a:pt x="76182" y="7490"/>
                  </a:lnTo>
                  <a:lnTo>
                    <a:pt x="83728" y="7490"/>
                  </a:lnTo>
                  <a:lnTo>
                    <a:pt x="83728" y="11153"/>
                  </a:lnTo>
                  <a:lnTo>
                    <a:pt x="79955" y="11153"/>
                  </a:lnTo>
                  <a:lnTo>
                    <a:pt x="79955" y="13039"/>
                  </a:lnTo>
                  <a:lnTo>
                    <a:pt x="80010" y="14870"/>
                  </a:lnTo>
                  <a:lnTo>
                    <a:pt x="87612" y="14870"/>
                  </a:lnTo>
                  <a:lnTo>
                    <a:pt x="87612" y="18588"/>
                  </a:lnTo>
                  <a:lnTo>
                    <a:pt x="91440" y="18588"/>
                  </a:lnTo>
                  <a:lnTo>
                    <a:pt x="91440" y="37231"/>
                  </a:lnTo>
                  <a:lnTo>
                    <a:pt x="95268" y="37231"/>
                  </a:lnTo>
                  <a:lnTo>
                    <a:pt x="95268" y="40948"/>
                  </a:lnTo>
                  <a:lnTo>
                    <a:pt x="102815" y="40948"/>
                  </a:lnTo>
                  <a:lnTo>
                    <a:pt x="102815" y="33513"/>
                  </a:lnTo>
                  <a:lnTo>
                    <a:pt x="106643" y="33513"/>
                  </a:lnTo>
                  <a:lnTo>
                    <a:pt x="106643" y="29740"/>
                  </a:lnTo>
                  <a:lnTo>
                    <a:pt x="114245" y="29740"/>
                  </a:lnTo>
                  <a:lnTo>
                    <a:pt x="114245" y="26023"/>
                  </a:lnTo>
                  <a:lnTo>
                    <a:pt x="118073" y="26023"/>
                  </a:lnTo>
                  <a:lnTo>
                    <a:pt x="118073" y="18532"/>
                  </a:lnTo>
                  <a:lnTo>
                    <a:pt x="121902" y="18532"/>
                  </a:lnTo>
                  <a:lnTo>
                    <a:pt x="121902" y="7380"/>
                  </a:lnTo>
                  <a:lnTo>
                    <a:pt x="125619" y="7380"/>
                  </a:lnTo>
                  <a:lnTo>
                    <a:pt x="125619" y="3718"/>
                  </a:lnTo>
                  <a:lnTo>
                    <a:pt x="118018" y="3718"/>
                  </a:lnTo>
                  <a:lnTo>
                    <a:pt x="118018" y="55"/>
                  </a:lnTo>
                  <a:lnTo>
                    <a:pt x="95213" y="55"/>
                  </a:lnTo>
                  <a:lnTo>
                    <a:pt x="95213" y="3662"/>
                  </a:lnTo>
                  <a:lnTo>
                    <a:pt x="83728" y="3662"/>
                  </a:lnTo>
                  <a:lnTo>
                    <a:pt x="83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6" name="Google Shape;296;p25"/>
            <p:cNvSpPr/>
            <p:nvPr/>
          </p:nvSpPr>
          <p:spPr>
            <a:xfrm>
              <a:off x="1951225" y="27659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7" name="Google Shape;297;p25"/>
            <p:cNvSpPr/>
            <p:nvPr/>
          </p:nvSpPr>
          <p:spPr>
            <a:xfrm>
              <a:off x="3285650" y="993175"/>
              <a:ext cx="4096225" cy="3448450"/>
            </a:xfrm>
            <a:custGeom>
              <a:avLst/>
              <a:gdLst/>
              <a:ahLst/>
              <a:cxnLst/>
              <a:rect l="l" t="t" r="r" b="b"/>
              <a:pathLst>
                <a:path w="163849" h="137938" extrusionOk="0">
                  <a:moveTo>
                    <a:pt x="102815" y="7436"/>
                  </a:moveTo>
                  <a:lnTo>
                    <a:pt x="102815" y="11098"/>
                  </a:lnTo>
                  <a:lnTo>
                    <a:pt x="99042" y="11098"/>
                  </a:lnTo>
                  <a:lnTo>
                    <a:pt x="99042" y="7436"/>
                  </a:lnTo>
                  <a:close/>
                  <a:moveTo>
                    <a:pt x="45610" y="22306"/>
                  </a:moveTo>
                  <a:lnTo>
                    <a:pt x="45610" y="26024"/>
                  </a:lnTo>
                  <a:lnTo>
                    <a:pt x="41948" y="26024"/>
                  </a:lnTo>
                  <a:lnTo>
                    <a:pt x="41948" y="22306"/>
                  </a:lnTo>
                  <a:close/>
                  <a:moveTo>
                    <a:pt x="45665" y="52212"/>
                  </a:moveTo>
                  <a:lnTo>
                    <a:pt x="45665" y="55875"/>
                  </a:lnTo>
                  <a:lnTo>
                    <a:pt x="38119" y="55875"/>
                  </a:lnTo>
                  <a:lnTo>
                    <a:pt x="38119" y="52212"/>
                  </a:lnTo>
                  <a:close/>
                  <a:moveTo>
                    <a:pt x="56929" y="55930"/>
                  </a:moveTo>
                  <a:lnTo>
                    <a:pt x="56929" y="63365"/>
                  </a:lnTo>
                  <a:lnTo>
                    <a:pt x="53322" y="63365"/>
                  </a:lnTo>
                  <a:lnTo>
                    <a:pt x="53322" y="55930"/>
                  </a:lnTo>
                  <a:close/>
                  <a:moveTo>
                    <a:pt x="26634" y="52212"/>
                  </a:moveTo>
                  <a:lnTo>
                    <a:pt x="26634" y="55930"/>
                  </a:lnTo>
                  <a:lnTo>
                    <a:pt x="22916" y="55930"/>
                  </a:lnTo>
                  <a:lnTo>
                    <a:pt x="22916" y="63310"/>
                  </a:lnTo>
                  <a:lnTo>
                    <a:pt x="26634" y="63310"/>
                  </a:lnTo>
                  <a:lnTo>
                    <a:pt x="26634" y="59703"/>
                  </a:lnTo>
                  <a:lnTo>
                    <a:pt x="34291" y="59703"/>
                  </a:lnTo>
                  <a:lnTo>
                    <a:pt x="34291" y="63365"/>
                  </a:lnTo>
                  <a:lnTo>
                    <a:pt x="41837" y="63365"/>
                  </a:lnTo>
                  <a:lnTo>
                    <a:pt x="41837" y="67083"/>
                  </a:lnTo>
                  <a:lnTo>
                    <a:pt x="30518" y="67083"/>
                  </a:lnTo>
                  <a:lnTo>
                    <a:pt x="30518" y="70800"/>
                  </a:lnTo>
                  <a:lnTo>
                    <a:pt x="26634" y="70800"/>
                  </a:lnTo>
                  <a:lnTo>
                    <a:pt x="26634" y="67138"/>
                  </a:lnTo>
                  <a:lnTo>
                    <a:pt x="22861" y="67138"/>
                  </a:lnTo>
                  <a:lnTo>
                    <a:pt x="22861" y="63420"/>
                  </a:lnTo>
                  <a:lnTo>
                    <a:pt x="11431" y="63420"/>
                  </a:lnTo>
                  <a:lnTo>
                    <a:pt x="11431" y="59648"/>
                  </a:lnTo>
                  <a:lnTo>
                    <a:pt x="15204" y="59648"/>
                  </a:lnTo>
                  <a:lnTo>
                    <a:pt x="15204" y="55875"/>
                  </a:lnTo>
                  <a:lnTo>
                    <a:pt x="22805" y="55875"/>
                  </a:lnTo>
                  <a:lnTo>
                    <a:pt x="22805" y="52212"/>
                  </a:lnTo>
                  <a:close/>
                  <a:moveTo>
                    <a:pt x="56929" y="70856"/>
                  </a:moveTo>
                  <a:lnTo>
                    <a:pt x="56929" y="74573"/>
                  </a:lnTo>
                  <a:lnTo>
                    <a:pt x="57095" y="74573"/>
                  </a:lnTo>
                  <a:lnTo>
                    <a:pt x="55264" y="74628"/>
                  </a:lnTo>
                  <a:lnTo>
                    <a:pt x="53322" y="74628"/>
                  </a:lnTo>
                  <a:lnTo>
                    <a:pt x="53322" y="70856"/>
                  </a:lnTo>
                  <a:close/>
                  <a:moveTo>
                    <a:pt x="45665" y="74573"/>
                  </a:moveTo>
                  <a:lnTo>
                    <a:pt x="45665" y="82063"/>
                  </a:lnTo>
                  <a:lnTo>
                    <a:pt x="41948" y="82063"/>
                  </a:lnTo>
                  <a:lnTo>
                    <a:pt x="41948" y="74573"/>
                  </a:lnTo>
                  <a:close/>
                  <a:moveTo>
                    <a:pt x="95269" y="1"/>
                  </a:moveTo>
                  <a:lnTo>
                    <a:pt x="95269" y="3663"/>
                  </a:lnTo>
                  <a:lnTo>
                    <a:pt x="83839" y="3663"/>
                  </a:lnTo>
                  <a:lnTo>
                    <a:pt x="83839" y="7436"/>
                  </a:lnTo>
                  <a:lnTo>
                    <a:pt x="76182" y="7436"/>
                  </a:lnTo>
                  <a:lnTo>
                    <a:pt x="76182" y="11209"/>
                  </a:lnTo>
                  <a:lnTo>
                    <a:pt x="68581" y="11209"/>
                  </a:lnTo>
                  <a:lnTo>
                    <a:pt x="68581" y="18589"/>
                  </a:lnTo>
                  <a:lnTo>
                    <a:pt x="64697" y="18589"/>
                  </a:lnTo>
                  <a:lnTo>
                    <a:pt x="64697" y="14926"/>
                  </a:lnTo>
                  <a:lnTo>
                    <a:pt x="60924" y="14926"/>
                  </a:lnTo>
                  <a:lnTo>
                    <a:pt x="60924" y="18644"/>
                  </a:lnTo>
                  <a:lnTo>
                    <a:pt x="53322" y="18644"/>
                  </a:lnTo>
                  <a:lnTo>
                    <a:pt x="53322" y="22362"/>
                  </a:lnTo>
                  <a:lnTo>
                    <a:pt x="49549" y="22362"/>
                  </a:lnTo>
                  <a:lnTo>
                    <a:pt x="45665" y="22306"/>
                  </a:lnTo>
                  <a:lnTo>
                    <a:pt x="45665" y="18589"/>
                  </a:lnTo>
                  <a:lnTo>
                    <a:pt x="41837" y="18589"/>
                  </a:lnTo>
                  <a:lnTo>
                    <a:pt x="41837" y="14926"/>
                  </a:lnTo>
                  <a:lnTo>
                    <a:pt x="26689" y="14926"/>
                  </a:lnTo>
                  <a:lnTo>
                    <a:pt x="26689" y="18589"/>
                  </a:lnTo>
                  <a:lnTo>
                    <a:pt x="22861" y="18589"/>
                  </a:lnTo>
                  <a:lnTo>
                    <a:pt x="22861" y="26134"/>
                  </a:lnTo>
                  <a:lnTo>
                    <a:pt x="19143" y="26134"/>
                  </a:lnTo>
                  <a:lnTo>
                    <a:pt x="19143" y="33569"/>
                  </a:lnTo>
                  <a:lnTo>
                    <a:pt x="22916" y="33569"/>
                  </a:lnTo>
                  <a:lnTo>
                    <a:pt x="22916" y="37176"/>
                  </a:lnTo>
                  <a:lnTo>
                    <a:pt x="26634" y="37176"/>
                  </a:lnTo>
                  <a:lnTo>
                    <a:pt x="26634" y="26024"/>
                  </a:lnTo>
                  <a:lnTo>
                    <a:pt x="30462" y="26024"/>
                  </a:lnTo>
                  <a:lnTo>
                    <a:pt x="30462" y="22362"/>
                  </a:lnTo>
                  <a:lnTo>
                    <a:pt x="34235" y="22362"/>
                  </a:lnTo>
                  <a:lnTo>
                    <a:pt x="34235" y="26134"/>
                  </a:lnTo>
                  <a:lnTo>
                    <a:pt x="30518" y="26134"/>
                  </a:lnTo>
                  <a:lnTo>
                    <a:pt x="30518" y="33514"/>
                  </a:lnTo>
                  <a:lnTo>
                    <a:pt x="34235" y="33514"/>
                  </a:lnTo>
                  <a:lnTo>
                    <a:pt x="34235" y="37342"/>
                  </a:lnTo>
                  <a:lnTo>
                    <a:pt x="30462" y="37342"/>
                  </a:lnTo>
                  <a:lnTo>
                    <a:pt x="30462" y="40949"/>
                  </a:lnTo>
                  <a:lnTo>
                    <a:pt x="22805" y="40949"/>
                  </a:lnTo>
                  <a:lnTo>
                    <a:pt x="22805" y="37342"/>
                  </a:lnTo>
                  <a:lnTo>
                    <a:pt x="19032" y="37342"/>
                  </a:lnTo>
                  <a:lnTo>
                    <a:pt x="19032" y="44777"/>
                  </a:lnTo>
                  <a:lnTo>
                    <a:pt x="15259" y="44777"/>
                  </a:lnTo>
                  <a:lnTo>
                    <a:pt x="15259" y="48495"/>
                  </a:lnTo>
                  <a:lnTo>
                    <a:pt x="11375" y="48495"/>
                  </a:lnTo>
                  <a:lnTo>
                    <a:pt x="11375" y="55985"/>
                  </a:lnTo>
                  <a:lnTo>
                    <a:pt x="7602" y="55985"/>
                  </a:lnTo>
                  <a:lnTo>
                    <a:pt x="7602" y="67138"/>
                  </a:lnTo>
                  <a:lnTo>
                    <a:pt x="3774" y="67138"/>
                  </a:lnTo>
                  <a:lnTo>
                    <a:pt x="3774" y="74573"/>
                  </a:lnTo>
                  <a:lnTo>
                    <a:pt x="1887" y="74573"/>
                  </a:lnTo>
                  <a:lnTo>
                    <a:pt x="1" y="74628"/>
                  </a:lnTo>
                  <a:lnTo>
                    <a:pt x="1" y="89443"/>
                  </a:lnTo>
                  <a:lnTo>
                    <a:pt x="3829" y="89443"/>
                  </a:lnTo>
                  <a:lnTo>
                    <a:pt x="3829" y="93216"/>
                  </a:lnTo>
                  <a:lnTo>
                    <a:pt x="19143" y="93216"/>
                  </a:lnTo>
                  <a:lnTo>
                    <a:pt x="19143" y="104424"/>
                  </a:lnTo>
                  <a:lnTo>
                    <a:pt x="22916" y="104424"/>
                  </a:lnTo>
                  <a:lnTo>
                    <a:pt x="22916" y="126840"/>
                  </a:lnTo>
                  <a:lnTo>
                    <a:pt x="26689" y="126840"/>
                  </a:lnTo>
                  <a:lnTo>
                    <a:pt x="26689" y="137937"/>
                  </a:lnTo>
                  <a:lnTo>
                    <a:pt x="30462" y="137937"/>
                  </a:lnTo>
                  <a:lnTo>
                    <a:pt x="30462" y="134275"/>
                  </a:lnTo>
                  <a:lnTo>
                    <a:pt x="38064" y="134275"/>
                  </a:lnTo>
                  <a:lnTo>
                    <a:pt x="38064" y="126729"/>
                  </a:lnTo>
                  <a:lnTo>
                    <a:pt x="41948" y="126729"/>
                  </a:lnTo>
                  <a:lnTo>
                    <a:pt x="41948" y="119294"/>
                  </a:lnTo>
                  <a:lnTo>
                    <a:pt x="45721" y="119294"/>
                  </a:lnTo>
                  <a:lnTo>
                    <a:pt x="45721" y="100651"/>
                  </a:lnTo>
                  <a:lnTo>
                    <a:pt x="49494" y="100651"/>
                  </a:lnTo>
                  <a:lnTo>
                    <a:pt x="49494" y="96934"/>
                  </a:lnTo>
                  <a:lnTo>
                    <a:pt x="53211" y="96934"/>
                  </a:lnTo>
                  <a:lnTo>
                    <a:pt x="53211" y="89499"/>
                  </a:lnTo>
                  <a:lnTo>
                    <a:pt x="49549" y="89499"/>
                  </a:lnTo>
                  <a:lnTo>
                    <a:pt x="49549" y="85726"/>
                  </a:lnTo>
                  <a:lnTo>
                    <a:pt x="57095" y="85726"/>
                  </a:lnTo>
                  <a:lnTo>
                    <a:pt x="57095" y="82008"/>
                  </a:lnTo>
                  <a:lnTo>
                    <a:pt x="60924" y="82008"/>
                  </a:lnTo>
                  <a:lnTo>
                    <a:pt x="60924" y="74628"/>
                  </a:lnTo>
                  <a:lnTo>
                    <a:pt x="68636" y="74628"/>
                  </a:lnTo>
                  <a:lnTo>
                    <a:pt x="68636" y="78291"/>
                  </a:lnTo>
                  <a:lnTo>
                    <a:pt x="72409" y="78291"/>
                  </a:lnTo>
                  <a:lnTo>
                    <a:pt x="72409" y="89388"/>
                  </a:lnTo>
                  <a:lnTo>
                    <a:pt x="76182" y="89388"/>
                  </a:lnTo>
                  <a:lnTo>
                    <a:pt x="76182" y="85726"/>
                  </a:lnTo>
                  <a:lnTo>
                    <a:pt x="80011" y="85726"/>
                  </a:lnTo>
                  <a:lnTo>
                    <a:pt x="80011" y="78346"/>
                  </a:lnTo>
                  <a:lnTo>
                    <a:pt x="87668" y="78346"/>
                  </a:lnTo>
                  <a:lnTo>
                    <a:pt x="87668" y="82008"/>
                  </a:lnTo>
                  <a:lnTo>
                    <a:pt x="91441" y="82008"/>
                  </a:lnTo>
                  <a:lnTo>
                    <a:pt x="91441" y="93161"/>
                  </a:lnTo>
                  <a:lnTo>
                    <a:pt x="95269" y="93161"/>
                  </a:lnTo>
                  <a:lnTo>
                    <a:pt x="95269" y="89443"/>
                  </a:lnTo>
                  <a:lnTo>
                    <a:pt x="102760" y="89443"/>
                  </a:lnTo>
                  <a:lnTo>
                    <a:pt x="102760" y="82063"/>
                  </a:lnTo>
                  <a:lnTo>
                    <a:pt x="99042" y="82063"/>
                  </a:lnTo>
                  <a:lnTo>
                    <a:pt x="99042" y="78291"/>
                  </a:lnTo>
                  <a:lnTo>
                    <a:pt x="106644" y="78291"/>
                  </a:lnTo>
                  <a:lnTo>
                    <a:pt x="106644" y="74518"/>
                  </a:lnTo>
                  <a:lnTo>
                    <a:pt x="110472" y="74518"/>
                  </a:lnTo>
                  <a:lnTo>
                    <a:pt x="110472" y="59703"/>
                  </a:lnTo>
                  <a:lnTo>
                    <a:pt x="114356" y="59703"/>
                  </a:lnTo>
                  <a:lnTo>
                    <a:pt x="114356" y="63310"/>
                  </a:lnTo>
                  <a:lnTo>
                    <a:pt x="118129" y="63310"/>
                  </a:lnTo>
                  <a:lnTo>
                    <a:pt x="118129" y="55875"/>
                  </a:lnTo>
                  <a:lnTo>
                    <a:pt x="121958" y="55875"/>
                  </a:lnTo>
                  <a:lnTo>
                    <a:pt x="121958" y="52212"/>
                  </a:lnTo>
                  <a:lnTo>
                    <a:pt x="125731" y="52212"/>
                  </a:lnTo>
                  <a:lnTo>
                    <a:pt x="125731" y="55819"/>
                  </a:lnTo>
                  <a:lnTo>
                    <a:pt x="129504" y="55819"/>
                  </a:lnTo>
                  <a:lnTo>
                    <a:pt x="129504" y="41005"/>
                  </a:lnTo>
                  <a:lnTo>
                    <a:pt x="121958" y="41005"/>
                  </a:lnTo>
                  <a:lnTo>
                    <a:pt x="121958" y="37232"/>
                  </a:lnTo>
                  <a:lnTo>
                    <a:pt x="125731" y="37232"/>
                  </a:lnTo>
                  <a:lnTo>
                    <a:pt x="125731" y="33514"/>
                  </a:lnTo>
                  <a:lnTo>
                    <a:pt x="137161" y="33514"/>
                  </a:lnTo>
                  <a:lnTo>
                    <a:pt x="137161" y="29797"/>
                  </a:lnTo>
                  <a:lnTo>
                    <a:pt x="144818" y="29797"/>
                  </a:lnTo>
                  <a:lnTo>
                    <a:pt x="144818" y="33514"/>
                  </a:lnTo>
                  <a:lnTo>
                    <a:pt x="152364" y="33514"/>
                  </a:lnTo>
                  <a:lnTo>
                    <a:pt x="152364" y="29741"/>
                  </a:lnTo>
                  <a:lnTo>
                    <a:pt x="160021" y="29741"/>
                  </a:lnTo>
                  <a:lnTo>
                    <a:pt x="160021" y="26079"/>
                  </a:lnTo>
                  <a:lnTo>
                    <a:pt x="160021" y="25968"/>
                  </a:lnTo>
                  <a:lnTo>
                    <a:pt x="163849" y="25968"/>
                  </a:lnTo>
                  <a:lnTo>
                    <a:pt x="163849" y="18589"/>
                  </a:lnTo>
                  <a:lnTo>
                    <a:pt x="156192" y="18589"/>
                  </a:lnTo>
                  <a:lnTo>
                    <a:pt x="156192" y="14926"/>
                  </a:lnTo>
                  <a:lnTo>
                    <a:pt x="152419" y="14926"/>
                  </a:lnTo>
                  <a:lnTo>
                    <a:pt x="152419" y="18589"/>
                  </a:lnTo>
                  <a:lnTo>
                    <a:pt x="148535" y="18589"/>
                  </a:lnTo>
                  <a:lnTo>
                    <a:pt x="148535" y="14871"/>
                  </a:lnTo>
                  <a:lnTo>
                    <a:pt x="133277" y="14871"/>
                  </a:lnTo>
                  <a:lnTo>
                    <a:pt x="133277" y="11154"/>
                  </a:lnTo>
                  <a:lnTo>
                    <a:pt x="129559" y="11154"/>
                  </a:lnTo>
                  <a:lnTo>
                    <a:pt x="129559" y="7325"/>
                  </a:lnTo>
                  <a:lnTo>
                    <a:pt x="133277" y="7325"/>
                  </a:lnTo>
                  <a:lnTo>
                    <a:pt x="133277" y="3719"/>
                  </a:lnTo>
                  <a:lnTo>
                    <a:pt x="121958" y="3719"/>
                  </a:lnTo>
                  <a:lnTo>
                    <a:pt x="121958" y="7381"/>
                  </a:lnTo>
                  <a:lnTo>
                    <a:pt x="125675" y="7381"/>
                  </a:lnTo>
                  <a:lnTo>
                    <a:pt x="125675" y="11098"/>
                  </a:lnTo>
                  <a:lnTo>
                    <a:pt x="118074" y="11098"/>
                  </a:lnTo>
                  <a:lnTo>
                    <a:pt x="118074" y="7491"/>
                  </a:lnTo>
                  <a:lnTo>
                    <a:pt x="114301" y="7491"/>
                  </a:lnTo>
                  <a:lnTo>
                    <a:pt x="114301" y="11098"/>
                  </a:lnTo>
                  <a:lnTo>
                    <a:pt x="110417" y="11098"/>
                  </a:lnTo>
                  <a:lnTo>
                    <a:pt x="110417" y="7436"/>
                  </a:lnTo>
                  <a:lnTo>
                    <a:pt x="106644" y="7436"/>
                  </a:lnTo>
                  <a:lnTo>
                    <a:pt x="106644" y="3663"/>
                  </a:lnTo>
                  <a:lnTo>
                    <a:pt x="98987" y="3663"/>
                  </a:lnTo>
                  <a:lnTo>
                    <a:pt x="989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8" name="Google Shape;298;p25"/>
            <p:cNvSpPr/>
            <p:nvPr/>
          </p:nvSpPr>
          <p:spPr>
            <a:xfrm>
              <a:off x="1286775" y="1086125"/>
              <a:ext cx="185925" cy="92950"/>
            </a:xfrm>
            <a:custGeom>
              <a:avLst/>
              <a:gdLst/>
              <a:ahLst/>
              <a:cxnLst/>
              <a:rect l="l" t="t" r="r" b="b"/>
              <a:pathLst>
                <a:path w="7437" h="3718" extrusionOk="0">
                  <a:moveTo>
                    <a:pt x="1" y="1"/>
                  </a:moveTo>
                  <a:lnTo>
                    <a:pt x="1" y="611"/>
                  </a:lnTo>
                  <a:lnTo>
                    <a:pt x="1" y="3607"/>
                  </a:lnTo>
                  <a:lnTo>
                    <a:pt x="1" y="3718"/>
                  </a:lnTo>
                  <a:lnTo>
                    <a:pt x="7436" y="3718"/>
                  </a:lnTo>
                  <a:lnTo>
                    <a:pt x="7436" y="3496"/>
                  </a:lnTo>
                  <a:lnTo>
                    <a:pt x="7436" y="611"/>
                  </a:lnTo>
                  <a:lnTo>
                    <a:pt x="74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uess The Team Member">
  <p:cSld name="BLANK_1_1_1_1_1_1_1_1_1_1_1_1_1_2">
    <p:bg>
      <p:bgPr>
        <a:solidFill>
          <a:schemeClr val="dk1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0" name="Google Shape;300;p26"/>
          <p:cNvGrpSpPr/>
          <p:nvPr/>
        </p:nvGrpSpPr>
        <p:grpSpPr>
          <a:xfrm>
            <a:off x="103050" y="103050"/>
            <a:ext cx="6817325" cy="3765575"/>
            <a:chOff x="103050" y="103050"/>
            <a:chExt cx="6817325" cy="3765575"/>
          </a:xfrm>
        </p:grpSpPr>
        <p:sp>
          <p:nvSpPr>
            <p:cNvPr id="301" name="Google Shape;301;p26"/>
            <p:cNvSpPr/>
            <p:nvPr/>
          </p:nvSpPr>
          <p:spPr>
            <a:xfrm>
              <a:off x="103050" y="103050"/>
              <a:ext cx="5135700" cy="265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2" name="Google Shape;302;p26"/>
            <p:cNvSpPr/>
            <p:nvPr/>
          </p:nvSpPr>
          <p:spPr>
            <a:xfrm>
              <a:off x="1090775" y="1490525"/>
              <a:ext cx="5829600" cy="2378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03" name="Google Shape;303;p26"/>
          <p:cNvSpPr txBox="1">
            <a:spLocks noGrp="1"/>
          </p:cNvSpPr>
          <p:nvPr>
            <p:ph type="subTitle" idx="1"/>
          </p:nvPr>
        </p:nvSpPr>
        <p:spPr>
          <a:xfrm>
            <a:off x="252600" y="1199800"/>
            <a:ext cx="2881500" cy="8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04" name="Google Shape;304;p26"/>
          <p:cNvSpPr txBox="1">
            <a:spLocks noGrp="1"/>
          </p:cNvSpPr>
          <p:nvPr>
            <p:ph type="title"/>
          </p:nvPr>
        </p:nvSpPr>
        <p:spPr>
          <a:xfrm>
            <a:off x="229190" y="147681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t Attack">
  <p:cSld name="TITLE_1_1_5">
    <p:bg>
      <p:bgPr>
        <a:solidFill>
          <a:schemeClr val="accent4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306;p27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sp>
          <p:nvSpPr>
            <p:cNvPr id="307" name="Google Shape;307;p27"/>
            <p:cNvSpPr/>
            <p:nvPr/>
          </p:nvSpPr>
          <p:spPr>
            <a:xfrm>
              <a:off x="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8" name="Google Shape;308;p27"/>
            <p:cNvSpPr/>
            <p:nvPr/>
          </p:nvSpPr>
          <p:spPr>
            <a:xfrm>
              <a:off x="904095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9" name="Google Shape;309;p27"/>
            <p:cNvSpPr/>
            <p:nvPr/>
          </p:nvSpPr>
          <p:spPr>
            <a:xfrm rot="5400000">
              <a:off x="4519005" y="-4518866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0" name="Google Shape;310;p27"/>
            <p:cNvSpPr/>
            <p:nvPr/>
          </p:nvSpPr>
          <p:spPr>
            <a:xfrm rot="5400000">
              <a:off x="4520468" y="521584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11" name="Google Shape;311;p27"/>
          <p:cNvSpPr>
            <a:spLocks noGrp="1"/>
          </p:cNvSpPr>
          <p:nvPr>
            <p:ph type="pic" idx="2"/>
          </p:nvPr>
        </p:nvSpPr>
        <p:spPr>
          <a:xfrm>
            <a:off x="3553675" y="3509450"/>
            <a:ext cx="1941000" cy="13131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2" name="Google Shape;312;p27"/>
          <p:cNvSpPr txBox="1">
            <a:spLocks noGrp="1"/>
          </p:cNvSpPr>
          <p:nvPr>
            <p:ph type="title"/>
          </p:nvPr>
        </p:nvSpPr>
        <p:spPr>
          <a:xfrm>
            <a:off x="236975" y="223878"/>
            <a:ext cx="4216200" cy="5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  <p:sp>
        <p:nvSpPr>
          <p:cNvPr id="313" name="Google Shape;313;p27"/>
          <p:cNvSpPr>
            <a:spLocks noGrp="1"/>
          </p:cNvSpPr>
          <p:nvPr>
            <p:ph type="pic" idx="3"/>
          </p:nvPr>
        </p:nvSpPr>
        <p:spPr>
          <a:xfrm>
            <a:off x="6699200" y="904175"/>
            <a:ext cx="19092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4" name="Google Shape;314;p27"/>
          <p:cNvSpPr>
            <a:spLocks noGrp="1"/>
          </p:cNvSpPr>
          <p:nvPr>
            <p:ph type="pic" idx="4"/>
          </p:nvPr>
        </p:nvSpPr>
        <p:spPr>
          <a:xfrm>
            <a:off x="5673725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5" name="Google Shape;315;p27"/>
          <p:cNvSpPr>
            <a:spLocks noGrp="1"/>
          </p:cNvSpPr>
          <p:nvPr>
            <p:ph type="pic" idx="5"/>
          </p:nvPr>
        </p:nvSpPr>
        <p:spPr>
          <a:xfrm>
            <a:off x="252425" y="2015900"/>
            <a:ext cx="3080100" cy="2875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p27"/>
          <p:cNvSpPr/>
          <p:nvPr/>
        </p:nvSpPr>
        <p:spPr>
          <a:xfrm>
            <a:off x="5673400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317" name="Google Shape;317;p27"/>
          <p:cNvSpPr>
            <a:spLocks noGrp="1"/>
          </p:cNvSpPr>
          <p:nvPr>
            <p:ph type="pic" idx="6"/>
          </p:nvPr>
        </p:nvSpPr>
        <p:spPr>
          <a:xfrm>
            <a:off x="4838963" y="1797550"/>
            <a:ext cx="17409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8" name="Google Shape;318;p27"/>
          <p:cNvSpPr>
            <a:spLocks noGrp="1"/>
          </p:cNvSpPr>
          <p:nvPr>
            <p:ph type="pic" idx="7"/>
          </p:nvPr>
        </p:nvSpPr>
        <p:spPr>
          <a:xfrm>
            <a:off x="2991500" y="904174"/>
            <a:ext cx="1721700" cy="24756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9" name="Google Shape;319;p27"/>
          <p:cNvSpPr>
            <a:spLocks noGrp="1"/>
          </p:cNvSpPr>
          <p:nvPr>
            <p:ph type="pic" idx="8"/>
          </p:nvPr>
        </p:nvSpPr>
        <p:spPr>
          <a:xfrm>
            <a:off x="4848425" y="580600"/>
            <a:ext cx="1721700" cy="1048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0" name="Google Shape;320;p27"/>
          <p:cNvSpPr txBox="1">
            <a:spLocks noGrp="1"/>
          </p:cNvSpPr>
          <p:nvPr>
            <p:ph type="subTitle" idx="1"/>
          </p:nvPr>
        </p:nvSpPr>
        <p:spPr>
          <a:xfrm>
            <a:off x="252600" y="743700"/>
            <a:ext cx="2675700" cy="102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pos="159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nks">
  <p:cSld name="BLANK_1_1_1_1_1_1_1_1_1_1_1_3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8"/>
          <p:cNvSpPr txBox="1">
            <a:spLocks noGrp="1"/>
          </p:cNvSpPr>
          <p:nvPr>
            <p:ph type="title"/>
          </p:nvPr>
        </p:nvSpPr>
        <p:spPr>
          <a:xfrm>
            <a:off x="242375" y="530828"/>
            <a:ext cx="3576600" cy="3789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323" name="Google Shape;323;p28"/>
          <p:cNvSpPr txBox="1">
            <a:spLocks noGrp="1"/>
          </p:cNvSpPr>
          <p:nvPr>
            <p:ph type="title" idx="2"/>
          </p:nvPr>
        </p:nvSpPr>
        <p:spPr>
          <a:xfrm>
            <a:off x="23689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grpSp>
        <p:nvGrpSpPr>
          <p:cNvPr id="324" name="Google Shape;324;p28"/>
          <p:cNvGrpSpPr/>
          <p:nvPr/>
        </p:nvGrpSpPr>
        <p:grpSpPr>
          <a:xfrm>
            <a:off x="-7338" y="1654487"/>
            <a:ext cx="9150854" cy="3491662"/>
            <a:chOff x="7059712" y="1295828"/>
            <a:chExt cx="2075400" cy="3601137"/>
          </a:xfrm>
        </p:grpSpPr>
        <p:sp>
          <p:nvSpPr>
            <p:cNvPr id="325" name="Google Shape;325;p28"/>
            <p:cNvSpPr/>
            <p:nvPr/>
          </p:nvSpPr>
          <p:spPr>
            <a:xfrm rot="-5400000">
              <a:off x="8683846" y="1589228"/>
              <a:ext cx="744600" cy="157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6" name="Google Shape;326;p28"/>
            <p:cNvSpPr/>
            <p:nvPr/>
          </p:nvSpPr>
          <p:spPr>
            <a:xfrm rot="-5400000">
              <a:off x="7635137" y="2417525"/>
              <a:ext cx="511500" cy="1660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7" name="Google Shape;327;p28"/>
            <p:cNvSpPr/>
            <p:nvPr/>
          </p:nvSpPr>
          <p:spPr>
            <a:xfrm>
              <a:off x="7061153" y="2040415"/>
              <a:ext cx="1919400" cy="1052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8" name="Google Shape;328;p28"/>
            <p:cNvSpPr/>
            <p:nvPr/>
          </p:nvSpPr>
          <p:spPr>
            <a:xfrm rot="-5400000">
              <a:off x="7624952" y="3629915"/>
              <a:ext cx="703500" cy="1830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9" name="Google Shape;329;p28"/>
            <p:cNvSpPr/>
            <p:nvPr/>
          </p:nvSpPr>
          <p:spPr>
            <a:xfrm rot="-5400000">
              <a:off x="7696912" y="2785540"/>
              <a:ext cx="801000" cy="2075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30" name="Google Shape;330;p28"/>
          <p:cNvSpPr txBox="1">
            <a:spLocks noGrp="1"/>
          </p:cNvSpPr>
          <p:nvPr>
            <p:ph type="subTitle" idx="1"/>
          </p:nvPr>
        </p:nvSpPr>
        <p:spPr>
          <a:xfrm>
            <a:off x="246850" y="2620050"/>
            <a:ext cx="6911700" cy="2271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List">
  <p:cSld name="BLANK_1_1_1_1_1_1_1_1_1_1_1_2"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29"/>
          <p:cNvPicPr preferRelativeResize="0"/>
          <p:nvPr/>
        </p:nvPicPr>
        <p:blipFill rotWithShape="1">
          <a:blip r:embed="rId2">
            <a:alphaModFix/>
          </a:blip>
          <a:srcRect l="72419" t="25661" b="48373"/>
          <a:stretch/>
        </p:blipFill>
        <p:spPr>
          <a:xfrm>
            <a:off x="8451297" y="282525"/>
            <a:ext cx="305451" cy="287577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9"/>
          <p:cNvSpPr txBox="1">
            <a:spLocks noGrp="1"/>
          </p:cNvSpPr>
          <p:nvPr>
            <p:ph type="subTitle" idx="1"/>
          </p:nvPr>
        </p:nvSpPr>
        <p:spPr>
          <a:xfrm>
            <a:off x="246850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4" name="Google Shape;334;p29"/>
          <p:cNvSpPr txBox="1">
            <a:spLocks noGrp="1"/>
          </p:cNvSpPr>
          <p:nvPr>
            <p:ph type="subTitle" idx="2"/>
          </p:nvPr>
        </p:nvSpPr>
        <p:spPr>
          <a:xfrm>
            <a:off x="246850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35" name="Google Shape;335;p29"/>
          <p:cNvSpPr txBox="1">
            <a:spLocks noGrp="1"/>
          </p:cNvSpPr>
          <p:nvPr>
            <p:ph type="subTitle" idx="3"/>
          </p:nvPr>
        </p:nvSpPr>
        <p:spPr>
          <a:xfrm>
            <a:off x="246850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36" name="Google Shape;336;p29"/>
          <p:cNvSpPr txBox="1">
            <a:spLocks noGrp="1"/>
          </p:cNvSpPr>
          <p:nvPr>
            <p:ph type="subTitle" idx="4"/>
          </p:nvPr>
        </p:nvSpPr>
        <p:spPr>
          <a:xfrm>
            <a:off x="3135975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337" name="Google Shape;337;p29"/>
          <p:cNvSpPr txBox="1">
            <a:spLocks noGrp="1"/>
          </p:cNvSpPr>
          <p:nvPr>
            <p:ph type="subTitle" idx="5"/>
          </p:nvPr>
        </p:nvSpPr>
        <p:spPr>
          <a:xfrm>
            <a:off x="3135975" y="4097621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5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8" name="Google Shape;338;p29"/>
          <p:cNvSpPr txBox="1">
            <a:spLocks noGrp="1"/>
          </p:cNvSpPr>
          <p:nvPr>
            <p:ph type="title"/>
          </p:nvPr>
        </p:nvSpPr>
        <p:spPr>
          <a:xfrm>
            <a:off x="23764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39" name="Google Shape;339;p29"/>
          <p:cNvSpPr txBox="1">
            <a:spLocks noGrp="1"/>
          </p:cNvSpPr>
          <p:nvPr>
            <p:ph type="subTitle" idx="6"/>
          </p:nvPr>
        </p:nvSpPr>
        <p:spPr>
          <a:xfrm>
            <a:off x="246850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0" name="Google Shape;340;p29"/>
          <p:cNvSpPr txBox="1">
            <a:spLocks noGrp="1"/>
          </p:cNvSpPr>
          <p:nvPr>
            <p:ph type="subTitle" idx="7"/>
          </p:nvPr>
        </p:nvSpPr>
        <p:spPr>
          <a:xfrm>
            <a:off x="246850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1" name="Google Shape;341;p29"/>
          <p:cNvSpPr txBox="1">
            <a:spLocks noGrp="1"/>
          </p:cNvSpPr>
          <p:nvPr>
            <p:ph type="subTitle" idx="8"/>
          </p:nvPr>
        </p:nvSpPr>
        <p:spPr>
          <a:xfrm>
            <a:off x="246850" y="40982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2" name="Google Shape;342;p29"/>
          <p:cNvSpPr txBox="1">
            <a:spLocks noGrp="1"/>
          </p:cNvSpPr>
          <p:nvPr>
            <p:ph type="subTitle" idx="9"/>
          </p:nvPr>
        </p:nvSpPr>
        <p:spPr>
          <a:xfrm>
            <a:off x="246850" y="42613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3" name="Google Shape;343;p29"/>
          <p:cNvSpPr txBox="1">
            <a:spLocks noGrp="1"/>
          </p:cNvSpPr>
          <p:nvPr>
            <p:ph type="subTitle" idx="13"/>
          </p:nvPr>
        </p:nvSpPr>
        <p:spPr>
          <a:xfrm>
            <a:off x="3135975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4" name="Google Shape;344;p29"/>
          <p:cNvSpPr txBox="1">
            <a:spLocks noGrp="1"/>
          </p:cNvSpPr>
          <p:nvPr>
            <p:ph type="subTitle" idx="14"/>
          </p:nvPr>
        </p:nvSpPr>
        <p:spPr>
          <a:xfrm>
            <a:off x="3135975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5" name="Google Shape;345;p29"/>
          <p:cNvSpPr txBox="1">
            <a:spLocks noGrp="1"/>
          </p:cNvSpPr>
          <p:nvPr>
            <p:ph type="subTitle" idx="15"/>
          </p:nvPr>
        </p:nvSpPr>
        <p:spPr>
          <a:xfrm>
            <a:off x="3135975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6" name="Google Shape;346;p29"/>
          <p:cNvSpPr txBox="1">
            <a:spLocks noGrp="1"/>
          </p:cNvSpPr>
          <p:nvPr>
            <p:ph type="subTitle" idx="16"/>
          </p:nvPr>
        </p:nvSpPr>
        <p:spPr>
          <a:xfrm>
            <a:off x="3135975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7" name="Google Shape;347;p29"/>
          <p:cNvSpPr txBox="1">
            <a:spLocks noGrp="1"/>
          </p:cNvSpPr>
          <p:nvPr>
            <p:ph type="subTitle" idx="17"/>
          </p:nvPr>
        </p:nvSpPr>
        <p:spPr>
          <a:xfrm>
            <a:off x="3135975" y="45463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8" name="Google Shape;348;p29"/>
          <p:cNvSpPr txBox="1">
            <a:spLocks noGrp="1"/>
          </p:cNvSpPr>
          <p:nvPr>
            <p:ph type="subTitle" idx="18"/>
          </p:nvPr>
        </p:nvSpPr>
        <p:spPr>
          <a:xfrm>
            <a:off x="3135975" y="47094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ext Steps">
  <p:cSld name="BLANK_1_1_1_1_1_1_1_1_1_1_1_1_1_1_1_1_2_1_1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Google Shape;350;p30"/>
          <p:cNvGrpSpPr/>
          <p:nvPr/>
        </p:nvGrpSpPr>
        <p:grpSpPr>
          <a:xfrm>
            <a:off x="3343784" y="3174433"/>
            <a:ext cx="4804343" cy="1969075"/>
            <a:chOff x="4110075" y="3174500"/>
            <a:chExt cx="4385125" cy="2181075"/>
          </a:xfrm>
        </p:grpSpPr>
        <p:sp>
          <p:nvSpPr>
            <p:cNvPr id="351" name="Google Shape;351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3" name="Google Shape;353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354" name="Google Shape;354;p30"/>
          <p:cNvGrpSpPr/>
          <p:nvPr/>
        </p:nvGrpSpPr>
        <p:grpSpPr>
          <a:xfrm>
            <a:off x="4340393" y="1752191"/>
            <a:ext cx="4804343" cy="1969075"/>
            <a:chOff x="4110075" y="3174500"/>
            <a:chExt cx="4385125" cy="2181075"/>
          </a:xfrm>
        </p:grpSpPr>
        <p:sp>
          <p:nvSpPr>
            <p:cNvPr id="355" name="Google Shape;355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6" name="Google Shape;356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7" name="Google Shape;357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58" name="Google Shape;358;p30"/>
          <p:cNvGrpSpPr/>
          <p:nvPr/>
        </p:nvGrpSpPr>
        <p:grpSpPr>
          <a:xfrm>
            <a:off x="4790942" y="0"/>
            <a:ext cx="4353074" cy="2254435"/>
            <a:chOff x="5469800" y="-26200"/>
            <a:chExt cx="3674100" cy="2368850"/>
          </a:xfrm>
        </p:grpSpPr>
        <p:sp>
          <p:nvSpPr>
            <p:cNvPr id="359" name="Google Shape;359;p30"/>
            <p:cNvSpPr/>
            <p:nvPr/>
          </p:nvSpPr>
          <p:spPr>
            <a:xfrm>
              <a:off x="5701100" y="1018750"/>
              <a:ext cx="3442800" cy="132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0" name="Google Shape;360;p30"/>
            <p:cNvSpPr/>
            <p:nvPr/>
          </p:nvSpPr>
          <p:spPr>
            <a:xfrm>
              <a:off x="5469800" y="-26200"/>
              <a:ext cx="3674100" cy="1944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61" name="Google Shape;361;p30"/>
          <p:cNvGrpSpPr/>
          <p:nvPr/>
        </p:nvGrpSpPr>
        <p:grpSpPr>
          <a:xfrm>
            <a:off x="4340407" y="3174433"/>
            <a:ext cx="4804343" cy="1969075"/>
            <a:chOff x="4110075" y="3174500"/>
            <a:chExt cx="4385125" cy="2181075"/>
          </a:xfrm>
        </p:grpSpPr>
        <p:sp>
          <p:nvSpPr>
            <p:cNvPr id="362" name="Google Shape;362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3" name="Google Shape;363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4" name="Google Shape;364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65" name="Google Shape;365;p30"/>
          <p:cNvSpPr txBox="1">
            <a:spLocks noGrp="1"/>
          </p:cNvSpPr>
          <p:nvPr>
            <p:ph type="subTitle" idx="1"/>
          </p:nvPr>
        </p:nvSpPr>
        <p:spPr>
          <a:xfrm>
            <a:off x="5619076" y="1752200"/>
            <a:ext cx="22476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6" name="Google Shape;366;p30"/>
          <p:cNvSpPr txBox="1">
            <a:spLocks noGrp="1"/>
          </p:cNvSpPr>
          <p:nvPr>
            <p:ph type="subTitle" idx="2"/>
          </p:nvPr>
        </p:nvSpPr>
        <p:spPr>
          <a:xfrm>
            <a:off x="5619076" y="2971501"/>
            <a:ext cx="2291400" cy="486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7" name="Google Shape;367;p30"/>
          <p:cNvSpPr txBox="1">
            <a:spLocks noGrp="1"/>
          </p:cNvSpPr>
          <p:nvPr>
            <p:ph type="subTitle" idx="3"/>
          </p:nvPr>
        </p:nvSpPr>
        <p:spPr>
          <a:xfrm>
            <a:off x="5619076" y="603850"/>
            <a:ext cx="22914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8" name="Google Shape;368;p30"/>
          <p:cNvSpPr txBox="1">
            <a:spLocks noGrp="1"/>
          </p:cNvSpPr>
          <p:nvPr>
            <p:ph type="subTitle" idx="4"/>
          </p:nvPr>
        </p:nvSpPr>
        <p:spPr>
          <a:xfrm>
            <a:off x="5619076" y="2339999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69" name="Google Shape;369;p30"/>
          <p:cNvSpPr txBox="1">
            <a:spLocks noGrp="1"/>
          </p:cNvSpPr>
          <p:nvPr>
            <p:ph type="subTitle" idx="5"/>
          </p:nvPr>
        </p:nvSpPr>
        <p:spPr>
          <a:xfrm>
            <a:off x="5619076" y="1179625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0" name="Google Shape;370;p30"/>
          <p:cNvSpPr txBox="1">
            <a:spLocks noGrp="1"/>
          </p:cNvSpPr>
          <p:nvPr>
            <p:ph type="subTitle" idx="6"/>
          </p:nvPr>
        </p:nvSpPr>
        <p:spPr>
          <a:xfrm>
            <a:off x="5619076" y="3518350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1" name="Google Shape;371;p30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686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- Alt 1">
  <p:cSld name="BLANK_1_1_1_1_1_1_2">
    <p:bg>
      <p:bgPr>
        <a:solidFill>
          <a:schemeClr val="accent2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31"/>
          <p:cNvGrpSpPr/>
          <p:nvPr/>
        </p:nvGrpSpPr>
        <p:grpSpPr>
          <a:xfrm>
            <a:off x="2337800" y="-3225"/>
            <a:ext cx="6806000" cy="5187625"/>
            <a:chOff x="2337800" y="-3225"/>
            <a:chExt cx="6806000" cy="5187625"/>
          </a:xfrm>
        </p:grpSpPr>
        <p:sp>
          <p:nvSpPr>
            <p:cNvPr id="374" name="Google Shape;374;p31"/>
            <p:cNvSpPr/>
            <p:nvPr/>
          </p:nvSpPr>
          <p:spPr>
            <a:xfrm>
              <a:off x="4521450" y="1439175"/>
              <a:ext cx="4018800" cy="90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5" name="Google Shape;375;p31"/>
            <p:cNvSpPr/>
            <p:nvPr/>
          </p:nvSpPr>
          <p:spPr>
            <a:xfrm>
              <a:off x="3555075" y="2289675"/>
              <a:ext cx="3597000" cy="144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6" name="Google Shape;376;p31"/>
            <p:cNvSpPr/>
            <p:nvPr/>
          </p:nvSpPr>
          <p:spPr>
            <a:xfrm>
              <a:off x="5626900" y="-3225"/>
              <a:ext cx="3516900" cy="1836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7" name="Google Shape;377;p31"/>
            <p:cNvSpPr/>
            <p:nvPr/>
          </p:nvSpPr>
          <p:spPr>
            <a:xfrm>
              <a:off x="2337800" y="3695800"/>
              <a:ext cx="3597000" cy="148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78" name="Google Shape;378;p31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299000" cy="17925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  <p:sp>
        <p:nvSpPr>
          <p:cNvPr id="379" name="Google Shape;379;p31"/>
          <p:cNvSpPr txBox="1">
            <a:spLocks noGrp="1"/>
          </p:cNvSpPr>
          <p:nvPr>
            <p:ph type="title" idx="2"/>
          </p:nvPr>
        </p:nvSpPr>
        <p:spPr>
          <a:xfrm>
            <a:off x="3872475" y="2694025"/>
            <a:ext cx="2962200" cy="170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9pPr>
          </a:lstStyle>
          <a:p>
            <a:endParaRPr/>
          </a:p>
        </p:txBody>
      </p:sp>
      <p:pic>
        <p:nvPicPr>
          <p:cNvPr id="380" name="Google Shape;380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642782" y="42710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688117" y="41646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972601" y="30330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4521457" y="4459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7284429" y="43997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3555079" y="18336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3171717" y="42063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6834679" y="5049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1392254" y="3161673"/>
            <a:ext cx="201844" cy="16341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9" name="Google Shape;389;p31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390" name="Google Shape;390;p3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1" name="Google Shape;391;p3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2" name="Google Shape;392;p3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3" name="Google Shape;393;p3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4" name="Google Shape;394;p3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5" name="Google Shape;395;p3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6" name="Google Shape;396;p3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pos="5292" userDrawn="1">
          <p15:clr>
            <a:srgbClr val="E46962"/>
          </p15:clr>
        </p15:guide>
        <p15:guide id="8" pos="159" userDrawn="1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9" name="Google Shape;399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7" name="Google Shape;407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8" name="Google Shape;408;p3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13" name="Google Shape;413;p3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8" name="Google Shape;418;p3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9" name="Google Shape;419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24" name="Google Shape;424;p4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3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43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29" name="Google Shape;429;p43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0" name="Google Shape;430;p43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1" name="Google Shape;431;p43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2" name="Google Shape;432;p43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3" name="Google Shape;433;p43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7" name="Google Shape;437;p44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5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0" name="Google Shape;440;p45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1" name="Google Shape;441;p45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2" name="Google Shape;442;p45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3" name="Google Shape;443;p45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6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6" name="Google Shape;446;p46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7" name="Google Shape;447;p46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8" name="Google Shape;448;p46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9" name="Google Shape;449;p46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0" name="Google Shape;450;p46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1" name="Google Shape;451;p46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47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4" name="Google Shape;454;p47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5" name="Google Shape;455;p47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47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7" name="Google Shape;457;p47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58" name="Google Shape;458;p47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9" name="Google Shape;459;p47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0" name="Google Shape;460;p47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1" name="Google Shape;461;p47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4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48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9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67" name="Google Shape;467;p49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8" name="Google Shape;468;p49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49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0" name="Google Shape;470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49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72" name="Google Shape;472;p49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50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5" name="Google Shape;475;p50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6" name="Google Shape;476;p50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7" name="Google Shape;477;p50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8" name="Google Shape;478;p50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9" name="Google Shape;479;p50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0" name="Google Shape;480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50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2" name="Google Shape;482;p50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3" name="Google Shape;483;p50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51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52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8" name="Google Shape;488;p52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9" name="Google Shape;489;p52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0" name="Google Shape;490;p52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52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2" name="Google Shape;492;p52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3" name="Google Shape;493;p52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4" name="Google Shape;494;p52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5" name="Google Shape;495;p52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6" name="Google Shape;496;p52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 userDrawn="1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pace Grotesk"/>
              <a:buChar char="●"/>
              <a:defRPr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59" userDrawn="1">
          <p15:clr>
            <a:srgbClr val="E46962"/>
          </p15:clr>
        </p15:guide>
        <p15:guide id="2" orient="horz" pos="171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3"/>
          <p:cNvSpPr txBox="1">
            <a:spLocks noGrp="1"/>
          </p:cNvSpPr>
          <p:nvPr>
            <p:ph type="title" idx="4"/>
          </p:nvPr>
        </p:nvSpPr>
        <p:spPr>
          <a:xfrm>
            <a:off x="497850" y="272825"/>
            <a:ext cx="8148300" cy="9004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3900" dirty="0"/>
              <a:t>JavaScript </a:t>
            </a:r>
            <a:r>
              <a:rPr lang="en" sz="3900" err="1"/>
              <a:t>কী</a:t>
            </a:r>
            <a:r>
              <a:rPr lang="en" sz="3900" dirty="0"/>
              <a:t> </a:t>
            </a:r>
            <a:r>
              <a:rPr lang="en" sz="3900" err="1"/>
              <a:t>এবং</a:t>
            </a:r>
            <a:r>
              <a:rPr lang="en" sz="3900" dirty="0"/>
              <a:t> </a:t>
            </a:r>
            <a:r>
              <a:rPr lang="en" sz="3900" err="1"/>
              <a:t>কেন</a:t>
            </a:r>
            <a:r>
              <a:rPr lang="en" sz="3900" dirty="0"/>
              <a:t> </a:t>
            </a:r>
            <a:r>
              <a:rPr lang="en" sz="3900" err="1"/>
              <a:t>ব্যবহার</a:t>
            </a:r>
            <a:r>
              <a:rPr lang="en" sz="3900" dirty="0"/>
              <a:t> </a:t>
            </a:r>
            <a:r>
              <a:rPr lang="en" sz="3900" err="1"/>
              <a:t>হয়</a:t>
            </a:r>
            <a:r>
              <a:rPr lang="en" sz="3900" dirty="0"/>
              <a:t>? </a:t>
            </a:r>
            <a:r>
              <a:rPr lang="en" sz="18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Diary page</a:t>
            </a:r>
            <a:r>
              <a:rPr lang="en" sz="39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 </a:t>
            </a:r>
            <a:r>
              <a:rPr lang="en" sz="1800" b="1">
                <a:solidFill>
                  <a:schemeClr val="accent5">
                    <a:lumMod val="20000"/>
                    <a:lumOff val="80000"/>
                  </a:schemeClr>
                </a:solidFill>
              </a:rPr>
              <a:t>0 1 April</a:t>
            </a:r>
            <a:endParaRPr lang="en-US">
              <a:solidFill>
                <a:schemeClr val="accent5">
                  <a:lumMod val="20000"/>
                  <a:lumOff val="80000"/>
                </a:schemeClr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02" name="Google Shape;502;p53"/>
          <p:cNvSpPr txBox="1"/>
          <p:nvPr/>
        </p:nvSpPr>
        <p:spPr>
          <a:xfrm>
            <a:off x="497850" y="1282000"/>
            <a:ext cx="7903200" cy="3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high-level, interpreted, single-threaded programming language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মূলত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web page-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dynamic ও interactive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কেন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?</a:t>
            </a:r>
            <a:endParaRPr sz="13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page-এ interactivity আনে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যেমন: button click, form validation, popup, animation ইত্যাদি।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Client-side processing করে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Server call ছাড়াই browser-এই কাজ সম্পন্ন হয়, তাই performance ভালো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Backend-এও ব্যবহার করা যায়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Node.js দিয়ে server-side application তৈরি করা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Cross-platform language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Browser, mobile app, desktop app—সব জায়গায় চলে।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Huge ecosystem আছে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React, Angular, Vue, Express এর মতো powerful framework/library রয়েছে।</a:t>
            </a:r>
            <a:endParaRPr sz="18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4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JavaScript engine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08" name="Google Shape;508;p54"/>
          <p:cNvSpPr txBox="1"/>
          <p:nvPr/>
        </p:nvSpPr>
        <p:spPr>
          <a:xfrm>
            <a:off x="497850" y="1282000"/>
            <a:ext cx="79032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হলো এমন একটি program যা JavaScript code কে machine-understandable format-এ convert করে execute করে।অর্থাৎ, আমরা যে JS লিখি, engine সেটাকে পড়ে → interpret / compile করে → computer কে দিয়ে কাজ করায়।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কীভাবে কাজ করে?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সাধারণত ৩টা ধাপে কাজ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Parsing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Abstract Syntax Tree (AST) তে convert করে।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Compilation (JIT)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bytecode বা machine code-এ রূপান্তর করে দ্রুত চালানোর জন্য।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Stack, Heap, Event Loop ব্যবহার করে code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5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V8 engine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14" name="Google Shape;514;p55"/>
          <p:cNvSpPr txBox="1"/>
          <p:nvPr/>
        </p:nvSpPr>
        <p:spPr>
          <a:xfrm>
            <a:off x="497850" y="1282000"/>
            <a:ext cx="7903200" cy="28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হলো Google তৈরি করা একটি high-performance JavaScript engine, যা JavaScript code কে খুব দ্রুত machine code-এ convert করে execute করে। এটি মূলত Google Chrome এবং Node.js-এ ব্যবহার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কীভাবে কাজ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কাজ করে Just-In-Time (JIT) compilation পদ্ধতিতে।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ধাপগুলো হলো: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code কে parse করে AST (Abstract Syntax Tree)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তারপর code কে bytecode-এ convert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Frequently used code গুলোকে optimize করে সরাসরি machine code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দিয়ে unused memory clear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56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</a:t>
            </a:r>
            <a:r>
              <a:rPr lang="en" sz="3900" dirty="0" err="1"/>
              <a:t>কি</a:t>
            </a:r>
            <a:r>
              <a:rPr lang="en" sz="3900" dirty="0"/>
              <a:t> single-threaded? Explain.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0" name="Google Shape;520;p56"/>
          <p:cNvSpPr txBox="1"/>
          <p:nvPr/>
        </p:nvSpPr>
        <p:spPr>
          <a:xfrm>
            <a:off x="497850" y="1282000"/>
            <a:ext cx="7903200" cy="24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হ্যাঁ, JavaScript একটি single-threaded language — অর্থাৎ একই সময়ে শুধু একটি কাজই execute করতে পারে। তবে asynchronous কাজগুলো JavaScript নিজে করে না; সেগুলো handle করে runtime environment (Browser / Node.js), যেখানে Event Loop, Web APIs এবং Callback Queue ব্যবহার করে একাধিক কাজের মতো behaviour তৈরি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JS কীভাবে asynchronous কাজ handle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– সব synchronous code line-by-line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APIs / Background Threads – setTimeout, fetch, DOM event ইত্যাদি এখানে চলে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Task / Microtask Queue – async কাজ শেষ হলে callback এখানে জমা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– Call Stack ফাঁকা হলে Queue থেকে কাজ তুলে এনে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57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data types </a:t>
            </a:r>
            <a:r>
              <a:rPr lang="en" sz="3900" dirty="0" err="1"/>
              <a:t>কয়টি</a:t>
            </a:r>
            <a:r>
              <a:rPr lang="en" sz="3900" dirty="0"/>
              <a:t>?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6" name="Google Shape;526;p57"/>
          <p:cNvSpPr txBox="1"/>
          <p:nvPr/>
        </p:nvSpPr>
        <p:spPr>
          <a:xfrm>
            <a:off x="497850" y="1282000"/>
            <a:ext cx="7903200" cy="31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৭টি primitive data type এবং ১টি non-primitive (object) type আছে।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Primitive Data Types (immutable)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Number – 123, 3.14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String – "Hello", 'JS'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Boolean – true / false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– variable declare করা আছে কিন্তু value নেই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 – intentional empty value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Symbol – unique identifier, ES6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BigInt – খুব বড় integer number (ES2020 থেকে)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Non-Primitive Data 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– Collection of key-value pair, mutable  যেমন: {name: "Shawon", age: 20}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ও Function ও Object-এর subtype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700"/>
              <a:t>Primitive ও non-primitive পার্থক্য কী?</a:t>
            </a:r>
            <a:endParaRPr sz="3700"/>
          </a:p>
        </p:txBody>
      </p:sp>
      <p:sp>
        <p:nvSpPr>
          <p:cNvPr id="532" name="Google Shape;532;p58"/>
          <p:cNvSpPr txBox="1"/>
          <p:nvPr/>
        </p:nvSpPr>
        <p:spPr>
          <a:xfrm>
            <a:off x="497850" y="1282000"/>
            <a:ext cx="7903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aphicFrame>
        <p:nvGraphicFramePr>
          <p:cNvPr id="533" name="Google Shape;533;p58"/>
          <p:cNvGraphicFramePr/>
          <p:nvPr/>
        </p:nvGraphicFramePr>
        <p:xfrm>
          <a:off x="952500" y="1125750"/>
          <a:ext cx="7239000" cy="3657420"/>
        </p:xfrm>
        <a:graphic>
          <a:graphicData uri="http://schemas.openxmlformats.org/drawingml/2006/table">
            <a:tbl>
              <a:tblPr>
                <a:noFill/>
                <a:tableStyleId>{C69FB0F3-B2E3-4281-9DBD-54BAB008E74F}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Feature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Primitive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Non-Primitive (Object)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Definition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Single immutable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Collection of values (mutable)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Examples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Number, String, Boolean, Null, Undefined, Symbol, BigInt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Object, Array, Function, Date, etc.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Mutability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Immutable – value change করলে নতুন memory allocate হয়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Mutable – original value modify করা যায়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Reference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Stored by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Stored by reference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Comparison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== বা === direct value compare করে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== বা === reference compare করে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var, let, const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39" name="Google Shape;539;p59"/>
          <p:cNvSpPr txBox="1"/>
          <p:nvPr/>
        </p:nvSpPr>
        <p:spPr>
          <a:xfrm>
            <a:off x="497850" y="1056725"/>
            <a:ext cx="7903200" cy="3955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Function-scoped (scope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(variable declaration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undefined)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Block-scoped ({} block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Temporal Dead Zone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Value change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TDZ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Object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Array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content modify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change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6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>
              <a:buSzPts val="1100"/>
            </a:pPr>
            <a:r>
              <a:rPr lang="en" sz="3900" dirty="0"/>
              <a:t>Hoisting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000" dirty="0">
                <a:solidFill>
                  <a:schemeClr val="tx2"/>
                </a:solidFill>
              </a:rPr>
              <a:t>Pg 4,6 </a:t>
            </a:r>
            <a:r>
              <a:rPr lang="en" sz="2000" dirty="0" err="1">
                <a:solidFill>
                  <a:schemeClr val="tx2"/>
                </a:solidFill>
              </a:rPr>
              <a:t>july</a:t>
            </a:r>
            <a:endParaRPr lang="en-US" sz="2000"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45" name="Google Shape;545;p60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ও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“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”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code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চিনে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নেওয়া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initial value 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ও const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Temporal Dead Zone (TDZ)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সম্পূর্ণ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6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undefined ও null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1" name="Google Shape;551;p61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null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অনেক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confusing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হয়নি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Type: 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default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Explicitly empty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no-value indicate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Type: object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historical bug,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এখন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common)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6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== বনাম ===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7" name="Google Shape;557;p62"/>
          <p:cNvSpPr txBox="1"/>
          <p:nvPr/>
        </p:nvSpPr>
        <p:spPr>
          <a:xfrm>
            <a:off x="497850" y="1056725"/>
            <a:ext cx="7903200" cy="316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operator,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 (</a:t>
            </a:r>
            <a:r>
              <a:rPr lang="en" sz="110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Loose Equality</a:t>
            </a: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 coercion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প্রয়োজন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 convert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দেখেই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=== (Strict Equality)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coercion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+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match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Best Practice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Always use === (strict equality) to avoid unexpected type coercion errors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6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Execution Context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1800" dirty="0"/>
              <a:t> Pg 22 June...</a:t>
            </a:r>
            <a:endParaRPr lang="en-US" sz="1800" dirty="0"/>
          </a:p>
        </p:txBody>
      </p:sp>
      <p:sp>
        <p:nvSpPr>
          <p:cNvPr id="563" name="Google Shape;563;p63"/>
          <p:cNvSpPr txBox="1"/>
          <p:nvPr/>
        </p:nvSpPr>
        <p:spPr>
          <a:xfrm>
            <a:off x="497850" y="1056725"/>
            <a:ext cx="7903200" cy="3095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(EC)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environment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engine-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variables, functions,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কিভাবে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execution-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প্রধান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components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Environment (VE)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-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Chain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Outer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parent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binding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বর্তমান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point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ধরন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একবারই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G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lobal scope + this points to window (browser)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Execution Context -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 Local variables + parameters + this maintain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 Execution Context (rarely used) -  eval()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6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Global execution context কী?</a:t>
            </a:r>
            <a:endParaRPr sz="5000"/>
          </a:p>
        </p:txBody>
      </p:sp>
      <p:sp>
        <p:nvSpPr>
          <p:cNvPr id="569" name="Google Shape;569;p6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(GEC)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default execution context,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start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GEC-এ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globally accessible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Binding: Browser-এ this points to window object,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Node.js-এ this points to {}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module.exports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 declarations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Lifecycle: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শুরু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destroy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6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Call stack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4400" dirty="0"/>
              <a:t> </a:t>
            </a:r>
            <a:r>
              <a:rPr lang="en" sz="2000" dirty="0"/>
              <a:t>Pg 30 jun</a:t>
            </a:r>
            <a:endParaRPr lang="en-US" sz="2000" err="1"/>
          </a:p>
        </p:txBody>
      </p:sp>
      <p:sp>
        <p:nvSpPr>
          <p:cNvPr id="575" name="Google Shape;575;p65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LIFO (Last In, First Out)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structure,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order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stack-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top এ push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Execution Context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pop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Synchronous code: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use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line-by-line execute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6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Lexical scope কী?</a:t>
            </a:r>
            <a:endParaRPr sz="5000"/>
          </a:p>
        </p:txBody>
      </p:sp>
      <p:sp>
        <p:nvSpPr>
          <p:cNvPr id="581" name="Google Shape;581;p66"/>
          <p:cNvSpPr txBox="1"/>
          <p:nvPr/>
        </p:nvSpPr>
        <p:spPr>
          <a:xfrm>
            <a:off x="497850" y="1056725"/>
            <a:ext cx="7903200" cy="3760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Lexical Scope (Static Scope)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নিয়ম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accessibility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declaration location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???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কোথা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হচ্ছে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, runtime-এ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inner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 ??????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Inner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outer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6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Scope chain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800" dirty="0"/>
              <a:t> </a:t>
            </a:r>
            <a:r>
              <a:rPr lang="en" sz="2800" dirty="0" err="1"/>
              <a:t>pg</a:t>
            </a:r>
            <a:r>
              <a:rPr lang="en" sz="2800" dirty="0"/>
              <a:t> 12 </a:t>
            </a:r>
            <a:r>
              <a:rPr lang="en" sz="2800" dirty="0" err="1"/>
              <a:t>july</a:t>
            </a:r>
          </a:p>
        </p:txBody>
      </p:sp>
      <p:sp>
        <p:nvSpPr>
          <p:cNvPr id="587" name="Google Shape;587;p67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 Chain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mechanism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block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scopes-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রেখে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Execution Context-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scope chain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খুঁজে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পাওয়া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current scope → outer scope → global scope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6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Block scope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10 </a:t>
            </a:r>
            <a:r>
              <a:rPr lang="en" sz="1800" dirty="0" err="1"/>
              <a:t>july</a:t>
            </a:r>
          </a:p>
        </p:txBody>
      </p:sp>
      <p:sp>
        <p:nvSpPr>
          <p:cNvPr id="593" name="Google Shape;593;p68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 Scope হলো এমন একটি scope যা শুধুমাত্র {} (curly braces) block-এর ভিতরে variables এবং constants এর জন্য প্রযোজ্য।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এবং const block-scoped - Block এর বাইরে access করলে error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function-scoped, তাই block scope ignore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6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Temporal Dead Zone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6 </a:t>
            </a:r>
            <a:r>
              <a:rPr lang="en" sz="1800" dirty="0" err="1"/>
              <a:t>july</a:t>
            </a:r>
            <a:r>
              <a:rPr lang="en" sz="1800" dirty="0"/>
              <a:t>, google</a:t>
            </a:r>
          </a:p>
        </p:txBody>
      </p:sp>
      <p:sp>
        <p:nvSpPr>
          <p:cNvPr id="599" name="Google Shape;599;p69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Temporal Dead Zone (TDZ)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phase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তবু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(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ReferenceError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যতক্ষণ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initialize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var-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declaration-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TDZ trigger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TDZ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7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Closure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14 </a:t>
            </a:r>
            <a:r>
              <a:rPr lang="en" sz="1800" dirty="0" err="1"/>
              <a:t>july</a:t>
            </a:r>
            <a:endParaRPr lang="en-US" sz="1800" dirty="0" err="1"/>
          </a:p>
        </p:txBody>
      </p:sp>
      <p:sp>
        <p:nvSpPr>
          <p:cNvPr id="605" name="Google Shape;605;p7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feature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inner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এমনকি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হওয়ার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 function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ব্যবহৃত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encapsulation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private variables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function factories, callback functions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ইত্যাদিতে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7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/>
              <a:t>Real use-case of closure? </a:t>
            </a:r>
            <a:r>
              <a:rPr lang="en" sz="1800"/>
              <a:t>14 july</a:t>
            </a:r>
            <a:endParaRPr sz="3900"/>
          </a:p>
        </p:txBody>
      </p:sp>
      <p:sp>
        <p:nvSpPr>
          <p:cNvPr id="611" name="Google Shape;611;p71"/>
          <p:cNvSpPr txBox="1"/>
          <p:nvPr/>
        </p:nvSpPr>
        <p:spPr>
          <a:xfrm>
            <a:off x="497850" y="1056725"/>
            <a:ext cx="7903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Closure-এর real use-case হলো “data encapsulation” বা “private variables” তৈরি করা, যাতে variable outer scope থেকে সরাসরি access না করা যায়, কিন্তু inner function-এর মাধ্যমে controlled access পাওয়া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7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Garbage collection কী?</a:t>
            </a:r>
            <a:endParaRPr sz="3900"/>
          </a:p>
        </p:txBody>
      </p:sp>
      <p:sp>
        <p:nvSpPr>
          <p:cNvPr id="617" name="Google Shape;617;p72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(GC)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automatic memory management process,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unused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unreachable objects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leak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Automatic process – Programmer manually memory free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Unreachable objects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objects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Mark-and-Sweep Algorithm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বেশিরভাগ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JS engine (V8)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algorithm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7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/>
              <a:t>Function declaration vs expression</a:t>
            </a:r>
            <a:br>
              <a:rPr lang="en" sz="3700" dirty="0"/>
            </a:br>
            <a:endParaRPr lang="en" sz="1800"/>
          </a:p>
        </p:txBody>
      </p:sp>
      <p:sp>
        <p:nvSpPr>
          <p:cNvPr id="623" name="Google Shape;623;p73"/>
          <p:cNvSpPr txBox="1"/>
          <p:nvPr/>
        </p:nvSpPr>
        <p:spPr>
          <a:xfrm>
            <a:off x="497850" y="1564725"/>
            <a:ext cx="7903200" cy="2900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common way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Expression,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key differences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অবশ্যই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Function-scoped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variable declaration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optional (anonymous function)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Depends on var, let, or const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" name="Google Shape;622;p73">
            <a:extLst>
              <a:ext uri="{FF2B5EF4-FFF2-40B4-BE49-F238E27FC236}">
                <a16:creationId xmlns:a16="http://schemas.microsoft.com/office/drawing/2014/main" id="{F2CAF21D-B212-0059-E1D0-8C1025BCC5C9}"/>
              </a:ext>
            </a:extLst>
          </p:cNvPr>
          <p:cNvSpPr txBox="1">
            <a:spLocks/>
          </p:cNvSpPr>
          <p:nvPr/>
        </p:nvSpPr>
        <p:spPr>
          <a:xfrm>
            <a:off x="586750" y="1108700"/>
            <a:ext cx="80594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r>
              <a:rPr lang="en" sz="1800" b="1"/>
              <a:t> Diary page 7 April</a:t>
            </a:r>
            <a:endParaRPr lang="en" sz="1800" b="1">
              <a:solidFill>
                <a:srgbClr val="000000"/>
              </a:solidFill>
            </a:endParaRPr>
          </a:p>
          <a:p>
            <a:pPr algn="ctr"/>
            <a:endParaRPr lang="en" sz="3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7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Arrow function </a:t>
            </a:r>
            <a:r>
              <a:rPr lang="en" sz="3700" dirty="0" err="1"/>
              <a:t>কী</a:t>
            </a:r>
            <a:r>
              <a:rPr lang="en" sz="3700" dirty="0"/>
              <a:t>?</a:t>
            </a:r>
            <a:r>
              <a:rPr lang="en" sz="1800" dirty="0"/>
              <a:t>   </a:t>
            </a:r>
            <a:r>
              <a:rPr lang="en" sz="1800" dirty="0" err="1"/>
              <a:t>pg</a:t>
            </a:r>
            <a:r>
              <a:rPr lang="en" sz="1800" dirty="0"/>
              <a:t> 25 April</a:t>
            </a:r>
            <a:endParaRPr lang="en-US" sz="1800" dirty="0"/>
          </a:p>
        </p:txBody>
      </p:sp>
      <p:sp>
        <p:nvSpPr>
          <p:cNvPr id="629" name="Google Shape;629;p7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ES6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আসা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concise way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traditional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মতো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syntax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ছোট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keyword-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Concise syntax – Shorter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 – 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surrounding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 arguments object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যদি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দরকার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rest parameter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Cannot be used as constructor – new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7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7607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this keyword </a:t>
            </a:r>
            <a:r>
              <a:rPr lang="en" sz="3700" dirty="0" err="1"/>
              <a:t>কীভাবে</a:t>
            </a:r>
            <a:r>
              <a:rPr lang="en" sz="3700" dirty="0"/>
              <a:t> </a:t>
            </a:r>
            <a:r>
              <a:rPr lang="en" sz="3700" dirty="0" err="1"/>
              <a:t>কাজ</a:t>
            </a:r>
            <a:r>
              <a:rPr lang="en" sz="3700" dirty="0"/>
              <a:t> </a:t>
            </a:r>
            <a:r>
              <a:rPr lang="en" sz="3700" dirty="0" err="1"/>
              <a:t>করে</a:t>
            </a:r>
            <a:r>
              <a:rPr lang="en" sz="3700" dirty="0"/>
              <a:t>? </a:t>
            </a:r>
            <a:br>
              <a:rPr lang="en" sz="3700" dirty="0"/>
            </a:br>
            <a:r>
              <a:rPr lang="en" sz="1800" dirty="0"/>
              <a:t>diary Pg 28 </a:t>
            </a:r>
            <a:r>
              <a:rPr lang="en" sz="1800" dirty="0" err="1"/>
              <a:t>july</a:t>
            </a:r>
            <a:endParaRPr lang="en-US" sz="1800" dirty="0" err="1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35" name="Google Shape;635;p75"/>
          <p:cNvSpPr txBox="1"/>
          <p:nvPr/>
        </p:nvSpPr>
        <p:spPr>
          <a:xfrm>
            <a:off x="497850" y="1539325"/>
            <a:ext cx="7903200" cy="8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keyword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special identifier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current execution context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নির্ভর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—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dynamic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অনুযায়ী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পরিবর্তিত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7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53741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call(), apply(), bind() পার্থক্য </a:t>
            </a:r>
            <a:endParaRPr sz="3700" dirty="0"/>
          </a:p>
        </p:txBody>
      </p:sp>
      <p:sp>
        <p:nvSpPr>
          <p:cNvPr id="641" name="Google Shape;641;p76"/>
          <p:cNvSpPr txBox="1"/>
          <p:nvPr/>
        </p:nvSpPr>
        <p:spPr>
          <a:xfrm>
            <a:off x="497850" y="1348153"/>
            <a:ext cx="7903200" cy="359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call(), apply(), এবং bind() হলো JavaScript-এর function methods, যা একটি function-এর this value explicitly set করতে ব্যবহার হয়। কিন্তু এদের মধ্যে subtle differences আছে।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comma-separated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apply()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array আকারে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bind()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function return করে, original function call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permanently bind করা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পরে call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" name="Google Shape;640;p76">
            <a:extLst>
              <a:ext uri="{FF2B5EF4-FFF2-40B4-BE49-F238E27FC236}">
                <a16:creationId xmlns:a16="http://schemas.microsoft.com/office/drawing/2014/main" id="{4B09933A-CE9E-438B-8E69-59C09F6902B5}"/>
              </a:ext>
            </a:extLst>
          </p:cNvPr>
          <p:cNvSpPr txBox="1">
            <a:spLocks/>
          </p:cNvSpPr>
          <p:nvPr/>
        </p:nvSpPr>
        <p:spPr>
          <a:xfrm>
            <a:off x="497850" y="1167657"/>
            <a:ext cx="8148300" cy="233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pPr algn="ctr"/>
            <a:r>
              <a:rPr lang="en-US" sz="1600" dirty="0"/>
              <a:t>Vs-code: this methods, Theory titbits </a:t>
            </a:r>
            <a:endParaRPr lang="en-US" sz="3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E9C91A-BD8C-4FD4-9F8D-6203044C619A}"/>
              </a:ext>
            </a:extLst>
          </p:cNvPr>
          <p:cNvSpPr txBox="1"/>
          <p:nvPr/>
        </p:nvSpPr>
        <p:spPr>
          <a:xfrm>
            <a:off x="4911970" y="2121877"/>
            <a:ext cx="3489080" cy="1200329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Syntax: 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function.apply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(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, [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array])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: the value to use as “this” when calling the function.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array: an array / array like object of arguments to pass to the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7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Higher order function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47" name="Google Shape;647;p77"/>
          <p:cNvSpPr txBox="1"/>
          <p:nvPr/>
        </p:nvSpPr>
        <p:spPr>
          <a:xfrm>
            <a:off x="497850" y="1056725"/>
            <a:ext cx="7903200" cy="3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Higher-Order Function (HOF) হলো এমন একটি function যা 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অন্য function কে argument হিসেবে নিতে পারে, বা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কে return করতে পারে।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অর্থাৎ, functions কে treat করা যায় first-class citizens হিসেবে।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হল first-class object → variable হিসেবে assign করা যায়, argument হিসেবে পাঠানো যায়, return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HOF commonly ব্যবহার হয়: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map(), filter(), reduce()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handlers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7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Callback function কী? </a:t>
            </a:r>
            <a:r>
              <a:rPr lang="en" sz="1800" dirty="0"/>
              <a:t>21 April</a:t>
            </a:r>
            <a:endParaRPr sz="3700" dirty="0"/>
          </a:p>
        </p:txBody>
      </p:sp>
      <p:sp>
        <p:nvSpPr>
          <p:cNvPr id="653" name="Google Shape;653;p78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হলো একটি function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অন্য function-এর argument হিসেবে পাঠানো হয়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পরে call করা হয়, সাধারণত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বা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event-driven operation-এর 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argument হিসেবে ব্যবহার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tasks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(যেমন API call, event handling, setTimeout) এ common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callbacks বেশি হলে callback hell তৈরি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7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Pure function কী?</a:t>
            </a:r>
            <a:endParaRPr sz="3700" dirty="0"/>
          </a:p>
        </p:txBody>
      </p:sp>
      <p:sp>
        <p:nvSpPr>
          <p:cNvPr id="659" name="Google Shape;659;p79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 হলো এমন একটি function যা একই input পেলে সর্বদা একই output দেয় এবং কোনো external state বা variable modify করে না।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Deterministic – একই input → একই output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side-effects – function body ছাড়া কোনো external variable বা state change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 এ pure function খুব important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8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IIFE কী? 25 April</a:t>
            </a:r>
            <a:endParaRPr sz="3700" dirty="0"/>
          </a:p>
        </p:txBody>
      </p:sp>
      <p:sp>
        <p:nvSpPr>
          <p:cNvPr id="665" name="Google Shape;665;p8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IIFE (Immediately Invoked Function Expression) হলো একটি JavaScript function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declare হওয়ার সঙ্গে সঙ্গে immediately execute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ব্যবহার হয়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encapsulation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 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global scope pollute না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Anonymous বা named function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ES5 আগে module system না থাকার কারণে খুব popular ছিল </a:t>
            </a:r>
          </a:p>
        </p:txBody>
      </p:sp>
      <p:sp>
        <p:nvSpPr>
          <p:cNvPr id="2" name="Google Shape;665;p80">
            <a:extLst>
              <a:ext uri="{FF2B5EF4-FFF2-40B4-BE49-F238E27FC236}">
                <a16:creationId xmlns:a16="http://schemas.microsoft.com/office/drawing/2014/main" id="{2BE54231-ED99-B594-7133-3A505C6BBA57}"/>
              </a:ext>
            </a:extLst>
          </p:cNvPr>
          <p:cNvSpPr txBox="1"/>
          <p:nvPr/>
        </p:nvSpPr>
        <p:spPr>
          <a:xfrm>
            <a:off x="4372018" y="2953663"/>
            <a:ext cx="3863598" cy="14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Syntax:</a:t>
            </a:r>
            <a:br>
              <a:rPr lang="en-US" sz="105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en-US" sz="1050" b="1" dirty="0">
                <a:solidFill>
                  <a:schemeClr val="tx2">
                    <a:lumMod val="90000"/>
                  </a:schemeClr>
                </a:solidFill>
              </a:rPr>
              <a:t>(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function ( ) { var name = "Prothom"; //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এটি লোকাল ভেরিয়েবল    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console.log(name); //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কাজ করবে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}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)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(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);</a:t>
            </a:r>
            <a:endParaRPr lang="en-US" sz="1050" dirty="0">
              <a:solidFill>
                <a:schemeClr val="tx2">
                  <a:lumMod val="90000"/>
                </a:schemeClr>
              </a:solidFill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console.log(name); </a:t>
            </a:r>
            <a:br>
              <a:rPr lang="en-US" sz="105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// Error: name is not defined (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বাইরে থেকে অ্যাক্সেস নেই)</a:t>
            </a:r>
            <a:endParaRPr lang="en" sz="900" dirty="0">
              <a:solidFill>
                <a:schemeClr val="tx2">
                  <a:lumMod val="9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8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Recursion কী? </a:t>
            </a:r>
            <a:r>
              <a:rPr lang="en" sz="3200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VS Code Class JS</a:t>
            </a:r>
            <a:endParaRPr sz="32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71" name="Google Shape;671;p81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Recursion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programming technique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যেখানে একটি function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নিজের ভিতরে নিজেকে call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সাধারণত কোনো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বড় সমস্যাকে ছোট ছোট sub-problems এ ভাগ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recursive function-এ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base case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 আবশ্যক, না হলে infinite loop হবে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Divide and Conquer approach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 common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Memory-wise, each recursive call call stack এ push হয় → large recursion হলে stack overflow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Currying কী?</a:t>
            </a:r>
            <a:endParaRPr sz="3700" dirty="0"/>
          </a:p>
        </p:txBody>
      </p:sp>
      <p:sp>
        <p:nvSpPr>
          <p:cNvPr id="677" name="Google Shape;677;p82"/>
          <p:cNvSpPr txBox="1"/>
          <p:nvPr/>
        </p:nvSpPr>
        <p:spPr>
          <a:xfrm>
            <a:off x="497850" y="1056725"/>
            <a:ext cx="7903200" cy="245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Currying হলো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functional programming technique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 একটি function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multiple arguments নেয়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কিন্তু একবারে সব argument না নিয়ে,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 বা একাধিক argument নিয়ে series of functions return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function কে small, unary (single-argument) functions এ ভাগ করা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Useful for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partial application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কিছু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pre-fill করা যায়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এ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arrow functions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 সহজে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implement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করা যায়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8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USE?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To be </a:t>
            </a:r>
            <a:r>
              <a:rPr lang="en-US" sz="18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</a:t>
            </a:r>
            <a:r>
              <a:rPr lang="en-US" sz="1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</a:t>
            </a:r>
            <a:endParaRPr sz="18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677;p82">
            <a:extLst>
              <a:ext uri="{FF2B5EF4-FFF2-40B4-BE49-F238E27FC236}">
                <a16:creationId xmlns:a16="http://schemas.microsoft.com/office/drawing/2014/main" id="{68E687A7-9E28-F950-E326-452549CC8630}"/>
              </a:ext>
            </a:extLst>
          </p:cNvPr>
          <p:cNvSpPr txBox="1"/>
          <p:nvPr/>
        </p:nvSpPr>
        <p:spPr>
          <a:xfrm>
            <a:off x="2668546" y="3172869"/>
            <a:ext cx="6147593" cy="145883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ফাংশন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multiply = (a, b) =&gt; a * b;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কারিড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(Curried)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ফাংশন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 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curriedMultiply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a =&gt; b =&gt; a * b;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curriedMultiply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(5); …………..//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এখানে '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a'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হিসেবে 5 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pre-fill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 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partial apply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 হলো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(2));  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10 (2 * 5)</a:t>
            </a:r>
            <a:endParaRPr lang="en-US"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(10));  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50 (10 * 5)</a:t>
            </a:r>
            <a:endParaRPr sz="9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>
          <a:extLst>
            <a:ext uri="{FF2B5EF4-FFF2-40B4-BE49-F238E27FC236}">
              <a16:creationId xmlns:a16="http://schemas.microsoft.com/office/drawing/2014/main" id="{6D3FABEE-60B0-F303-BC2F-F657E7C92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>
            <a:extLst>
              <a:ext uri="{FF2B5EF4-FFF2-40B4-BE49-F238E27FC236}">
                <a16:creationId xmlns:a16="http://schemas.microsoft.com/office/drawing/2014/main" id="{A2A3C4C5-8EA6-C87C-AD11-5C3B34B64B59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Currying কী?</a:t>
            </a:r>
            <a:endParaRPr sz="3700" dirty="0"/>
          </a:p>
        </p:txBody>
      </p:sp>
      <p:sp>
        <p:nvSpPr>
          <p:cNvPr id="677" name="Google Shape;677;p82">
            <a:extLst>
              <a:ext uri="{FF2B5EF4-FFF2-40B4-BE49-F238E27FC236}">
                <a16:creationId xmlns:a16="http://schemas.microsoft.com/office/drawing/2014/main" id="{E1857609-137D-AC4A-21AF-5938706DFEB9}"/>
              </a:ext>
            </a:extLst>
          </p:cNvPr>
          <p:cNvSpPr txBox="1"/>
          <p:nvPr/>
        </p:nvSpPr>
        <p:spPr>
          <a:xfrm>
            <a:off x="201288" y="1044368"/>
            <a:ext cx="7903200" cy="182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Why is this useful?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Reuse logic: You created a specialized box10x20 function, which can be reused without needing to remember that the length and width are 10 and 20.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 Code: It removes the need for redundant argument passing.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Programming: It allows for building more modular, composable code</a:t>
            </a: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8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USE?</a:t>
            </a:r>
          </a:p>
        </p:txBody>
      </p:sp>
      <p:sp>
        <p:nvSpPr>
          <p:cNvPr id="2" name="Google Shape;677;p82">
            <a:extLst>
              <a:ext uri="{FF2B5EF4-FFF2-40B4-BE49-F238E27FC236}">
                <a16:creationId xmlns:a16="http://schemas.microsoft.com/office/drawing/2014/main" id="{C7FAD005-A483-A68D-1A95-A2B4F5352322}"/>
              </a:ext>
            </a:extLst>
          </p:cNvPr>
          <p:cNvSpPr txBox="1"/>
          <p:nvPr/>
        </p:nvSpPr>
        <p:spPr>
          <a:xfrm>
            <a:off x="1390923" y="2695317"/>
            <a:ext cx="6147593" cy="225520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curriedVolume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(length) {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return function (width) {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	return function (height) {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return length * width * height;        }  } }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Partial Application : Pre-fill 'length' and 'width' to create a specialized function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We are "pre-filling" length as 10 and width as 20.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box10x20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curriedVolume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(10) (20) ;  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Now we only need to provide the 'height’ :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(box10x20 (5) );  …………………….// 1000 (10 * 20 * 5)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(box10x20(10) ); …………………….// 2000 (10 * 20 * 10)</a:t>
            </a:r>
            <a:endParaRPr sz="9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1548523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8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Synchronous vs Asynchronous</a:t>
            </a:r>
            <a:endParaRPr sz="3700"/>
          </a:p>
        </p:txBody>
      </p:sp>
      <p:sp>
        <p:nvSpPr>
          <p:cNvPr id="683" name="Google Shape;683;p83"/>
          <p:cNvSpPr txBox="1"/>
          <p:nvPr/>
        </p:nvSpPr>
        <p:spPr>
          <a:xfrm>
            <a:off x="497850" y="1056725"/>
            <a:ext cx="7903200" cy="2706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 এবং Asynchronous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code execution-এর দুইটি ধরন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Line-by-line execution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পরবর্তী code তখনই execute হয় যখন current code finish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Blocking nature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কিছু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task background-এ চলে, পরবর্তীতে result পাওয়া গেলে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callback, promise বা async/await দিয়ে handle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 nature → program execution বন্ধ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8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Callback hell কী?</a:t>
            </a:r>
            <a:endParaRPr sz="3700" dirty="0"/>
          </a:p>
        </p:txBody>
      </p:sp>
      <p:sp>
        <p:nvSpPr>
          <p:cNvPr id="689" name="Google Shape;689;p84"/>
          <p:cNvSpPr txBox="1"/>
          <p:nvPr/>
        </p:nvSpPr>
        <p:spPr>
          <a:xfrm>
            <a:off x="497850" y="1056725"/>
            <a:ext cx="7903200" cy="3013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Hell হলো একটি situation যখন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callbacks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কারণে code deeply indented, hard to read এবং maintain করা কঠিন হয়ে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সাধারণত asynchronous operations (API call, file read, event handling) এ দেখা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callbacks readability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এবং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error handling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কঠিন করে তোলে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Solutions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Async/Await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Modularize code / named functions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8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Promise কী?</a:t>
            </a:r>
            <a:endParaRPr sz="3700"/>
          </a:p>
        </p:txBody>
      </p:sp>
      <p:sp>
        <p:nvSpPr>
          <p:cNvPr id="695" name="Google Shape;695;p85"/>
          <p:cNvSpPr txBox="1"/>
          <p:nvPr/>
        </p:nvSpPr>
        <p:spPr>
          <a:xfrm>
            <a:off x="497850" y="1056725"/>
            <a:ext cx="7903200" cy="2665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একটি object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operation-এর future result represent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এটি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success বা failure state ধারণ করতে পারে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পরে .then() বা .catch() দিয়ে handle করা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States of a Promise: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Pending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Initial state, operation ongoing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Fulfilled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Operation successful → result available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Rejected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Operation failed → error available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Avoids callback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hell by chaining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695;p85">
            <a:extLst>
              <a:ext uri="{FF2B5EF4-FFF2-40B4-BE49-F238E27FC236}">
                <a16:creationId xmlns:a16="http://schemas.microsoft.com/office/drawing/2014/main" id="{EABEF26B-FE37-51C2-505E-D437976E9F9D}"/>
              </a:ext>
            </a:extLst>
          </p:cNvPr>
          <p:cNvSpPr txBox="1"/>
          <p:nvPr/>
        </p:nvSpPr>
        <p:spPr>
          <a:xfrm>
            <a:off x="4449450" y="2076642"/>
            <a:ext cx="4427718" cy="2639154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getProductData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new Promise((resolve, reject) =&gt; {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success = true;…………………………………… //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মনে করি কাজ সফল হয়েছে 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(() =&gt;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if (success)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resolve("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ডাটা পাওয়া গেছে!");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…….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সফল হলে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resolve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                      } 	else {  reject("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ডাটা পাওয়া যায়নি!");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…..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ব্যর্থ হলে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        }  }, 2000); } ) ;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Promise handling: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getProductData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  .then((data) =&gt;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 console.log(data);………….//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ডাটা পাওয়া গেছে! (২ সেকেন্ড পর) 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}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   .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catch((error) =&gt; {   console.log(error); //……………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 ব্যর্থ হতো তবে এখানে আসতো    });</a:t>
            </a:r>
            <a:endParaRPr sz="10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8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Promise state কয়টি?</a:t>
            </a:r>
            <a:endParaRPr sz="3700" dirty="0"/>
          </a:p>
        </p:txBody>
      </p:sp>
      <p:sp>
        <p:nvSpPr>
          <p:cNvPr id="701" name="Google Shape;701;p86"/>
          <p:cNvSpPr txBox="1"/>
          <p:nvPr/>
        </p:nvSpPr>
        <p:spPr>
          <a:xfrm>
            <a:off x="497850" y="1056725"/>
            <a:ext cx="7903200" cy="3054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Pending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Initial state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এখনও resolve বা reject হয়নি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 ongoing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Fulfilled (Resolved)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successful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.then() method দিয়ে result access করা যায়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Rejected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failed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.catch() বা second .then() parameter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 error handle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8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Promise chaining কী?</a:t>
            </a:r>
            <a:endParaRPr sz="3700" dirty="0"/>
          </a:p>
        </p:txBody>
      </p:sp>
      <p:sp>
        <p:nvSpPr>
          <p:cNvPr id="707" name="Google Shape;707;p87"/>
          <p:cNvSpPr txBox="1"/>
          <p:nvPr/>
        </p:nvSpPr>
        <p:spPr>
          <a:xfrm>
            <a:off x="742950" y="1394364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chaining হলো একটি technique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যেখানে multiple asynchronous operations কে sequentially execute করা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হয়, এবং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operation শেষ হওয়ার পরে পরের .then() call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.then() return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একটি new Promise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একাধিক async operations line-by-line style এ handle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Error handle করতে .catch() ব্যবহার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8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async / await কী?</a:t>
            </a:r>
            <a:endParaRPr sz="3700"/>
          </a:p>
        </p:txBody>
      </p:sp>
      <p:sp>
        <p:nvSpPr>
          <p:cNvPr id="713" name="Google Shape;713;p88"/>
          <p:cNvSpPr txBox="1"/>
          <p:nvPr/>
        </p:nvSpPr>
        <p:spPr>
          <a:xfrm>
            <a:off x="497850" y="1056725"/>
            <a:ext cx="7903200" cy="3371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/ await হলো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ES8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এর feature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code কে synchronous এর মতো readable এবং manageable করার জন্য ব্যবহৃত হয়।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function: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 function কে asynchronous declare 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সবসময় Promise return করে</a:t>
            </a:r>
            <a:endParaRPr sz="11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await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keyword: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 async function এর ভিতরে use করা যায়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resolve না হওয়া পর্যন্ত execution pause 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Resolved value return করে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Benefits: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Cleaner, readable code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Avoids callback hell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Sequential or parallel async operations handle করা সহজ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p8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fetch() কীভাবে কাজ করে?</a:t>
            </a:r>
            <a:endParaRPr sz="3700"/>
          </a:p>
        </p:txBody>
      </p:sp>
      <p:sp>
        <p:nvSpPr>
          <p:cNvPr id="719" name="Google Shape;719;p89"/>
          <p:cNvSpPr txBox="1"/>
          <p:nvPr/>
        </p:nvSpPr>
        <p:spPr>
          <a:xfrm>
            <a:off x="497850" y="1056725"/>
            <a:ext cx="7903200" cy="2398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fetch() হলো JavaScript-এর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built-in function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network request (HTTP) পাঠানোর জন্য ব্যবহার হয়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এটি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Promise return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a Promise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Response object resolve হলে .then() বা await দিয়ে handle করা যায়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Works asynchronously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Main thread block করে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Supports HTTP methods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GET, POST, PUT, DELETE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ইত্যাদি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9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loop কী?</a:t>
            </a:r>
            <a:endParaRPr sz="3700"/>
          </a:p>
        </p:txBody>
      </p:sp>
      <p:sp>
        <p:nvSpPr>
          <p:cNvPr id="725" name="Google Shape;725;p90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হলো JavaScript runtime-এর একটি mechanism যা single-threaded environment-এ asynchronous operations manage করে, এবং ensures করে যে non-blocking tasks ঠিকভাবে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single-threaded, তাই synchronous code একসাথে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 operations (setTimeout, fetch, events) background এ চলে যায় → Call Stack block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continuously check করে Call Stack ফাঁকা কি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ফাঁকা হলে Task / Callback Queue থেকে task Call Stack এ push করে execute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Microtask queue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731" name="Google Shape;731;p91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Microtask Queue হলো JavaScript runtime-এর একটি queue যা promise callbacks এবং process.nextTick (Node.js) এর মতো high-priority asynchronous tasks রাখে, এবং Event Loop Call Stack ফাঁকা হলে এগুলো প্রথমে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Higher priority than regular Task Queue (macro task)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.then(), .catch(), .finally() callbacks এখানে চলে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Call Stack ফাঁকা হলে Microtask Queue থেকে tasks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setTimeout কেন delay নেয়?</a:t>
            </a:r>
            <a:endParaRPr sz="3700"/>
          </a:p>
        </p:txBody>
      </p:sp>
      <p:sp>
        <p:nvSpPr>
          <p:cNvPr id="737" name="Google Shape;737;p92"/>
          <p:cNvSpPr txBox="1"/>
          <p:nvPr/>
        </p:nvSpPr>
        <p:spPr>
          <a:xfrm>
            <a:off x="497850" y="1056725"/>
            <a:ext cx="79032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setTimeout() asynchronous function, যা callback function কে minimum delay পর execute করে। Delay নেয় কারণ JavaScript single-threaded এবং Event Loop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 main thread block করে না, তাই delay থাকলেও code execution চলতে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Minimum delay: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Timer set করা মাত্র callback immediately execute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Task Queue-তে যায় → Call Stack ফাঁকা হলে Event Loop তাতে push করে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Actual delay may be longer: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busy হলে callback একটু পরে execute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 setTimeout 0ms দিলেও immediate execution guarantee নেই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9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map() vs forEach()</a:t>
            </a:r>
            <a:endParaRPr sz="3700"/>
          </a:p>
        </p:txBody>
      </p:sp>
      <p:sp>
        <p:nvSpPr>
          <p:cNvPr id="743" name="Google Shape;743;p93"/>
          <p:cNvSpPr txBox="1"/>
          <p:nvPr/>
        </p:nvSpPr>
        <p:spPr>
          <a:xfrm>
            <a:off x="497850" y="1056725"/>
            <a:ext cx="7903200" cy="25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 এবং forEach() দুটোই array iteration করার জন্য ব্যবহৃত হয়, কিন্তু তাদের behavior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প্রতিটি element এ callback apply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Returns: 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Original array modify করতে পারে, new array return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প্রতিটি element modify করে new array return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Returns: নতুন array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Original array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9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filter() কী?</a:t>
            </a:r>
            <a:endParaRPr sz="3700"/>
          </a:p>
        </p:txBody>
      </p:sp>
      <p:sp>
        <p:nvSpPr>
          <p:cNvPr id="749" name="Google Shape;749;p9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forEach() executes a function on each array element without returning anything, while map() transforms each element and returns a new array.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Original array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new array – satisfying condition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true/false return করে → true হলে element include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9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reduce() explain with example</a:t>
            </a:r>
            <a:endParaRPr sz="3700"/>
          </a:p>
        </p:txBody>
      </p:sp>
      <p:sp>
        <p:nvSpPr>
          <p:cNvPr id="755" name="Google Shape;755;p95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reduce() হলো JavaScript array method যা array-এর সব elements কে একটি single value তে reduce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দুইটি parameter নেয়: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Accumulator – previous computation result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Current Value – current element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Optional initial value দেয়া যায় accumulator-এর জন্য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Original array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9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slice() vs splice()</a:t>
            </a:r>
            <a:endParaRPr sz="3700"/>
          </a:p>
        </p:txBody>
      </p:sp>
      <p:sp>
        <p:nvSpPr>
          <p:cNvPr id="761" name="Google Shape;761;p96"/>
          <p:cNvSpPr txBox="1"/>
          <p:nvPr/>
        </p:nvSpPr>
        <p:spPr>
          <a:xfrm>
            <a:off x="497850" y="1056725"/>
            <a:ext cx="7903200" cy="25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 এবং splice() দুটোই JavaScript array method, কিন্তু তাদের behavior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Array-এর একটি portion extract করে new array return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Mutates original array: ❌ (original array change হয় না)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array.slice(startIndex, endIndex) → endIndex exclusive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Array থেকে element remove বা insert করে original array modify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Mutates original array: ✅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array.splice(startIndex, deleteCount, item1, item2, ...)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9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Shallow vs Deep copy</a:t>
            </a:r>
            <a:endParaRPr sz="3700"/>
          </a:p>
        </p:txBody>
      </p:sp>
      <p:sp>
        <p:nvSpPr>
          <p:cNvPr id="767" name="Google Shape;767;p97"/>
          <p:cNvSpPr txBox="1"/>
          <p:nvPr/>
        </p:nvSpPr>
        <p:spPr>
          <a:xfrm>
            <a:off x="497850" y="1056725"/>
            <a:ext cx="7903200" cy="27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Shallow copy এবং Deep copy array বা object copy করার দুইটি ধরন, এবং এদের মধ্যে পার্থক্য হলো কিভাবে nested structures handle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Shallow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কেবল top-level elements copy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 বা arrays reference হিসেবে copy হয় → original পরিবর্তন হলে copy তেও পরিবর্তন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Object.assign(), spread operator ..., Array.slice()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Deep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সমস্ত level copy করে → nested objects আলাদা memory তে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 পরিবর্তন হলেও copy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JSON.parse(JSON.stringify(obj)), structuredClone() (modern JS), recursive function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9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Spread operator</a:t>
            </a:r>
            <a:endParaRPr sz="3700"/>
          </a:p>
        </p:txBody>
      </p:sp>
      <p:sp>
        <p:nvSpPr>
          <p:cNvPr id="773" name="Google Shape;773;p98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Spread Operator (...) হলো JavaScript feature যা array বা object-এর elements কে expand বা spread করার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Copying array / object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Merging arrays / objects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arguments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Shallow copy: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বা object copy করতে ব্যবহার করা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objects/rules shared → shallow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9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Destructuring</a:t>
            </a:r>
            <a:endParaRPr sz="3700"/>
          </a:p>
        </p:txBody>
      </p:sp>
      <p:sp>
        <p:nvSpPr>
          <p:cNvPr id="779" name="Google Shape;779;p99"/>
          <p:cNvSpPr txBox="1"/>
          <p:nvPr/>
        </p:nvSpPr>
        <p:spPr>
          <a:xfrm>
            <a:off x="497850" y="1056725"/>
            <a:ext cx="7903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Destructuring হলো JavaScript feature যা array বা object থেকে values কে extract করে variables-এ সহজে assign করার জন্য ব্যবহার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10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Object.freeze vs seal</a:t>
            </a:r>
            <a:endParaRPr sz="3700"/>
          </a:p>
        </p:txBody>
      </p:sp>
      <p:sp>
        <p:nvSpPr>
          <p:cNvPr id="785" name="Google Shape;785;p100"/>
          <p:cNvSpPr txBox="1"/>
          <p:nvPr/>
        </p:nvSpPr>
        <p:spPr>
          <a:xfrm>
            <a:off x="497850" y="1056725"/>
            <a:ext cx="7903200" cy="19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Object.freeze()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completely immutable হয়ে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add, no delete, no update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 shallow freeze হয় (deep না)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Object.seal()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Properties add বা delete করা যাবে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 existing properties update করা যাবে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10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Prototype কী?</a:t>
            </a:r>
            <a:endParaRPr sz="3700"/>
          </a:p>
        </p:txBody>
      </p:sp>
      <p:sp>
        <p:nvSpPr>
          <p:cNvPr id="791" name="Google Shape;791;p101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Prototype হলো JavaScript-এর একটি mechanism যার মাধ্যমে objects একে অপরের কাছ থেকে properties ও methods inherit করে। JavaScript-এ inheritance prototype chain দিয়ে কাজ করে, class না, object-to-object linkage দিয়ে।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JavaScript object-এর একটি internal property থাকে → [[Prototype]]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সাধারণত access করা হয় __proto__ বা Object.getPrototypeOf() দিয়ে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 কোন property object-এ না পাওয়া যায়, JavaScript prototype chain ধরে উপরের object-এ খোঁজে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0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DOM কী?</a:t>
            </a:r>
            <a:endParaRPr sz="3700"/>
          </a:p>
        </p:txBody>
      </p:sp>
      <p:sp>
        <p:nvSpPr>
          <p:cNvPr id="797" name="Google Shape;797;p102"/>
          <p:cNvSpPr txBox="1"/>
          <p:nvPr/>
        </p:nvSpPr>
        <p:spPr>
          <a:xfrm>
            <a:off x="497850" y="1056725"/>
            <a:ext cx="7903200" cy="24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(Document Object Model) হলো একটি programming interface যা HTML document কে tree structure আকারে represent করে, যাতে JavaScript দিয়ে web page dynamically change করা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HTML কে parse করে একটি tree of nodes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HTML element DOM-এর একটি object (node)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দিয়ে আমরা: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select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change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Style modify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add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0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bubbling</a:t>
            </a:r>
            <a:endParaRPr sz="3700"/>
          </a:p>
        </p:txBody>
      </p:sp>
      <p:sp>
        <p:nvSpPr>
          <p:cNvPr id="803" name="Google Shape;803;p103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Bubbling হলো JavaScript event propagation mechanism যেখানে কোনো element-এ event ঘটলে সেটি ভিতর থেকে বাইরে (child → parent → document) দিকে propagate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behavior হলো bubbling phase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প্রথমে target element-এ trigger হয়, তারপর parent, তারপর grandparent পর্যন্ত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stopPropagation() ব্যবহার করে bubbling থামানো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10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capturing</a:t>
            </a:r>
            <a:endParaRPr sz="3700"/>
          </a:p>
        </p:txBody>
      </p:sp>
      <p:sp>
        <p:nvSpPr>
          <p:cNvPr id="809" name="Google Shape;809;p10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Capturing (Trickling) হলো JavaScript event propagation-এর প্রথম phase যেখানে event উপরের element (document/window) থেকে শুরু হয়ে target element-এর দিকে নিচে নামে।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propagation-এর first phase হলো capturing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ভাবে capturing disabled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addEventListener(event, handler, true) দিলে capturing enable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10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preventDefault()</a:t>
            </a:r>
            <a:endParaRPr sz="3700"/>
          </a:p>
        </p:txBody>
      </p:sp>
      <p:sp>
        <p:nvSpPr>
          <p:cNvPr id="815" name="Google Shape;815;p105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preventDefault() হলো event object-এর একটি method যা কোনো element-এর default browser behavior বন্ধ করে দেয়।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এর built-in action থামিয়ে দেয়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Form submit, link redirect, checkbox toggle ইত্যাদিতে বেশি ব্যবহৃত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বন্ধ করে না → শুধু default behavior বন্ধ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10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stopPropagation()</a:t>
            </a:r>
            <a:endParaRPr sz="3700"/>
          </a:p>
        </p:txBody>
      </p:sp>
      <p:sp>
        <p:nvSpPr>
          <p:cNvPr id="821" name="Google Shape;821;p106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stopPropagation() হলো event object-এর একটি method যা event bubbling বা capturing বন্ধ করে দেয়, অর্থাৎ event আর parent elements-এ propagate হয়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propagation থামায় → parent elements এ আর যায়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browser behavior বন্ধ করে না (ওটার জন্য preventDefault() লাগে)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এবং capturing – দুই phase এই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10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localStorage vs sessionStorage</a:t>
            </a:r>
            <a:endParaRPr sz="3700"/>
          </a:p>
        </p:txBody>
      </p:sp>
      <p:sp>
        <p:nvSpPr>
          <p:cNvPr id="827" name="Google Shape;827;p107"/>
          <p:cNvSpPr txBox="1"/>
          <p:nvPr/>
        </p:nvSpPr>
        <p:spPr>
          <a:xfrm>
            <a:off x="497850" y="1056725"/>
            <a:ext cx="7903200" cy="29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 এবং sessionStorage দুটোই Web Storage API, যা browser-এ data store করার জন্য ব্যবহার হয়, কিন্তু lifetime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permanently store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close বা PC restart হলেও data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Manually clear না করা পর্যন্ত delete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Limit প্রায় 5–10 MB per domain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sessionStorage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শুধুমাত্র browser tab/session পর্যন্ত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Tab close করলে data automatically delete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 tab-এর ভিতর accessible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0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Cookie কী?</a:t>
            </a:r>
            <a:endParaRPr sz="3700"/>
          </a:p>
        </p:txBody>
      </p:sp>
      <p:sp>
        <p:nvSpPr>
          <p:cNvPr id="833" name="Google Shape;833;p108"/>
          <p:cNvSpPr txBox="1"/>
          <p:nvPr/>
        </p:nvSpPr>
        <p:spPr>
          <a:xfrm>
            <a:off x="497850" y="1056725"/>
            <a:ext cx="79032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হলো browser-এ store করা ছোট data যা server এবং client উভয়ের সাথে automatically exchange হয় HTTP request-এর সাথে।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মূলত authentication, session management এবং user tracking-এর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client-side এ store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HTTP request-এর সাথে cookie automatically server-এ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Size limit খুব ছোট → প্রায় 4KB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Expiry date set করা যায় → session cookie বা persistent cookie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Types of Cookies: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Cookie → browser close হলে delete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Persistent Cookie → expiry date পর্যন্ত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HttpOnly Cookie → JS দিয়ে access করা যায় না (secure)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Secure Cookie → শুধু HTTPS এ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10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BOM কী?</a:t>
            </a:r>
            <a:endParaRPr sz="3700"/>
          </a:p>
        </p:txBody>
      </p:sp>
      <p:sp>
        <p:nvSpPr>
          <p:cNvPr id="839" name="Google Shape;839;p109"/>
          <p:cNvSpPr txBox="1"/>
          <p:nvPr/>
        </p:nvSpPr>
        <p:spPr>
          <a:xfrm>
            <a:off x="497850" y="1056725"/>
            <a:ext cx="7903200" cy="29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(Browser Object Model) হলো একটি JavaScript interface যা browser window এবং browser-related objects কে access এবং control করার সুযোগ দেয়।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vs BOM: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→ document content control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→ browser environment control (window, location, navigator, history, screen)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standard specification → browser-specific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BOM objects: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window → main object, browser window represent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navigator → browser info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screen → screen resolution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location → URL info, redirect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history → back/forward navigation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11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Reflow &amp; Repaint</a:t>
            </a:r>
            <a:endParaRPr sz="3700"/>
          </a:p>
        </p:txBody>
      </p:sp>
      <p:sp>
        <p:nvSpPr>
          <p:cNvPr id="845" name="Google Shape;845;p110"/>
          <p:cNvSpPr txBox="1"/>
          <p:nvPr/>
        </p:nvSpPr>
        <p:spPr>
          <a:xfrm>
            <a:off x="497850" y="1056725"/>
            <a:ext cx="7903200" cy="38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এবং Repaint হলো browser rendering process-এর দুইটি stage, যা DOM বা CSS পরিবর্তনের পর page update করার জন্য ঘটে।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(Layout)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Trigger হয় যখন DOM structure বা element size/position change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পুনরায় layout calculate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Heavy operation → performance impact বেশি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add/remove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width, height, padding, margin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font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Repaint (Redraw)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Trigger হয় যখন element appearance change হয় কিন্তু layout একই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শুধু paint করে, size/position calculate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background-color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text color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11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Debounce কী?</a:t>
            </a:r>
            <a:endParaRPr sz="3700"/>
          </a:p>
        </p:txBody>
      </p:sp>
      <p:sp>
        <p:nvSpPr>
          <p:cNvPr id="851" name="Google Shape;851;p111"/>
          <p:cNvSpPr txBox="1"/>
          <p:nvPr/>
        </p:nvSpPr>
        <p:spPr>
          <a:xfrm>
            <a:off x="497850" y="1056725"/>
            <a:ext cx="7903200" cy="19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হলো একটি technique যা rapid-fire events (যেমন scroll, resize, keypress) কে control করে এবং নির্দিষ্ট delay পরে function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unnecessary frequent calls avoid হয় → performance improve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শেষ call হওয়ার পর নির্দিষ্ট time delay পার হলে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search input, window resize, scroll events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CPU load and improves performance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1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Throttle কী?</a:t>
            </a:r>
            <a:endParaRPr sz="3700"/>
          </a:p>
        </p:txBody>
      </p:sp>
      <p:sp>
        <p:nvSpPr>
          <p:cNvPr id="857" name="Google Shape;857;p112"/>
          <p:cNvSpPr txBox="1"/>
          <p:nvPr/>
        </p:nvSpPr>
        <p:spPr>
          <a:xfrm>
            <a:off x="497850" y="1056725"/>
            <a:ext cx="7903200" cy="23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হলো একটি technique যা rapid-fire events-এর function execution rate limit করে, নির্দিষ্ট interval অনুযায়ী function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performance improve হয়, কারণ function প্রতি event-এ call হয়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fixed time interval পর পর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scroll, resize, mousemove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vs Throttle: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→ শেষ call পরে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→ fixed interval এ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p11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Memoization কী?</a:t>
            </a:r>
            <a:endParaRPr sz="3700"/>
          </a:p>
        </p:txBody>
      </p:sp>
      <p:sp>
        <p:nvSpPr>
          <p:cNvPr id="863" name="Google Shape;863;p113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Memoization হলো optimization technique যেখানে function-এর results cache করা হয়, যাতে একই input-এর জন্য আগের computation reuse করা যায় এবং performance improve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function-এর সাথে বেশি use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redundant computations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recursive functions যেমন Fibonacci series বা factorial optimization-এ ব্যবহার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11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Lazy loading কী?</a:t>
            </a:r>
            <a:endParaRPr sz="3700"/>
          </a:p>
        </p:txBody>
      </p:sp>
      <p:sp>
        <p:nvSpPr>
          <p:cNvPr id="869" name="Google Shape;869;p11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Lazy Loading হলো একটি technique যেখানে resource (image, script, component) শুধুমাত্র তখন load হয় যখন সেটা প্রয়োজন হয় বা viewport-এ দেখা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 optimization → initial load কমানো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images, videos, components in SPA (React, Angular, Vue)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bandwidth usage and improves page speed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p11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Tree shaking কী?</a:t>
            </a:r>
            <a:endParaRPr sz="3700"/>
          </a:p>
        </p:txBody>
      </p:sp>
      <p:sp>
        <p:nvSpPr>
          <p:cNvPr id="875" name="Google Shape;875;p115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Tree Shaking হলো optimization technique যা JavaScript bundler (যেমন Webpack, Rollup) ব্যবহার করে unused code বা dead code কে remove করে, bundle size কমায়।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ES6 modules (import/export) এর সাথে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Only used exports bundle-এ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smaller file size, faster load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11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Code splitting কী?</a:t>
            </a:r>
            <a:endParaRPr sz="3700"/>
          </a:p>
        </p:txBody>
      </p:sp>
      <p:sp>
        <p:nvSpPr>
          <p:cNvPr id="881" name="Google Shape;881;p116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Splitting হলো একটি optimization technique যা application code কে multiple smaller bundles এ divide করে, যাতে শুধু প্রয়োজনীয় code load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initial load কমে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used in SPA (React, Angular, Vue)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Bundlers like Webpack বা Parcel support code splitting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Techniques: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Entry points → multiple entry bundles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Dynamic imports → lazy loading modules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11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XSS attack কী?</a:t>
            </a:r>
            <a:endParaRPr sz="3700"/>
          </a:p>
        </p:txBody>
      </p:sp>
      <p:sp>
        <p:nvSpPr>
          <p:cNvPr id="887" name="Google Shape;887;p117"/>
          <p:cNvSpPr txBox="1"/>
          <p:nvPr/>
        </p:nvSpPr>
        <p:spPr>
          <a:xfrm>
            <a:off x="497850" y="1056725"/>
            <a:ext cx="7903200" cy="33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XSS (Cross-Site Scripting) attack হলো একটি security vulnerability যেখানে attacker malicious JavaScript code inject করে এবং সেই code victim-এর browser-এ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input field, URL parameter বা comment box দিয়ে script inject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সেই script user-এর browser-এ run হয়ে পারে: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steal করতে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hijack করতে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Fake UI দেখাতে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মনে করে script টা trusted website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User input sanitize / escape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innerHTML এর বদলে textContent ব্যবহার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Security Policy (CSP)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11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CSRF কী?</a:t>
            </a:r>
            <a:endParaRPr sz="3700"/>
          </a:p>
        </p:txBody>
      </p:sp>
      <p:sp>
        <p:nvSpPr>
          <p:cNvPr id="893" name="Google Shape;893;p118"/>
          <p:cNvSpPr txBox="1"/>
          <p:nvPr/>
        </p:nvSpPr>
        <p:spPr>
          <a:xfrm>
            <a:off x="497850" y="1056725"/>
            <a:ext cx="7903200" cy="27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(Cross-Site Request Forgery) হলো একটি security attack যেখানে attacker user-এর browser কে trick করে, authenticated session ব্যবহার করে unwanted action perform করতে বাধ্য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user কে কোনো malicious link বা form submit করায়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Victim logged-in থাকে → browser automatically session cookie পাঠায়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Result: unwanted transaction, password change, fund transfer ইত্যাদি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token use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SameSite cookie attribute ব্যবহার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Double submit cookie technique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11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CORS কী?</a:t>
            </a:r>
            <a:endParaRPr sz="3700"/>
          </a:p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899" name="Google Shape;899;p119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CORS (Cross-Origin Resource Sharing) হলো একটি browser security feature যা নির্দেশ দেয় কোন external domains থেকে resources access করা যাবে এবং কোনগুলো blocked থাকবে।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Same-Origin Policy default restrict করে different origin requests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CORS HTTP headers দিয়ে server control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Access-Control-Allow-Origin → কোন domains request করতে পারবে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Access-Control-Allow-Methods → কোন HTTP methods allow করা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Access-Control-Allow-Headers → কোন headers accept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Client-side JS শুধুমাত্র allowed origins থেকে fetch/axios request করতে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12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eval() কেন dangerous?</a:t>
            </a:r>
            <a:endParaRPr sz="3700"/>
          </a:p>
        </p:txBody>
      </p:sp>
      <p:sp>
        <p:nvSpPr>
          <p:cNvPr id="905" name="Google Shape;905;p120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eval() হলো JavaScript function যা string হিসেবে দেওয়া code execute করে, কিন্তু এটি dangerous কারণ attacker-এর injected code run হতে পারে।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Security risk → malicious code execute করতে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 impact → JS engine optimizations bypass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Debugging hard → runtime string execution complicates tracing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Avoid use → alternatives: JSON.parse(), functions, template literals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434343"/>
      </a:lt1>
      <a:dk2>
        <a:srgbClr val="B7B7B7"/>
      </a:dk2>
      <a:lt2>
        <a:srgbClr val="E7E7E7"/>
      </a:lt2>
      <a:accent1>
        <a:srgbClr val="007E6C"/>
      </a:accent1>
      <a:accent2>
        <a:srgbClr val="00E58E"/>
      </a:accent2>
      <a:accent3>
        <a:srgbClr val="CF94B4"/>
      </a:accent3>
      <a:accent4>
        <a:srgbClr val="F6B5D3"/>
      </a:accent4>
      <a:accent5>
        <a:srgbClr val="FFF269"/>
      </a:accent5>
      <a:accent6>
        <a:srgbClr val="F8ED89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1156</TotalTime>
  <Words>5643</Words>
  <Application>Microsoft Office PowerPoint</Application>
  <PresentationFormat>On-screen Show (16:9)</PresentationFormat>
  <Paragraphs>604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69</vt:i4>
      </vt:variant>
    </vt:vector>
  </HeadingPairs>
  <TitlesOfParts>
    <vt:vector size="75" baseType="lpstr">
      <vt:lpstr>Space Grotesk Light</vt:lpstr>
      <vt:lpstr>Space Grotesk</vt:lpstr>
      <vt:lpstr>Arial</vt:lpstr>
      <vt:lpstr>Space Grotesk Medium</vt:lpstr>
      <vt:lpstr>Simple Light</vt:lpstr>
      <vt:lpstr>Simple Light</vt:lpstr>
      <vt:lpstr>JavaScript কী এবং কেন ব্যবহার হয়? Diary page 0 1 April </vt:lpstr>
      <vt:lpstr>JavaScript engine কী? </vt:lpstr>
      <vt:lpstr>V8 engine কী? </vt:lpstr>
      <vt:lpstr>JS কি single-threaded? Explain. </vt:lpstr>
      <vt:lpstr>JS data types কয়টি? </vt:lpstr>
      <vt:lpstr>Primitive ও non-primitive পার্থক্য কী?</vt:lpstr>
      <vt:lpstr>var, let, const পার্থক্য কী? </vt:lpstr>
      <vt:lpstr>Hoisting কী? Pg 4,6 july </vt:lpstr>
      <vt:lpstr>undefined ও null পার্থক্য কী? </vt:lpstr>
      <vt:lpstr>== বনাম === </vt:lpstr>
      <vt:lpstr>Execution Context কী? Pg 22 June...</vt:lpstr>
      <vt:lpstr>Global execution context কী?</vt:lpstr>
      <vt:lpstr>Call stack কী? Pg 30 jun</vt:lpstr>
      <vt:lpstr>Lexical scope কী?</vt:lpstr>
      <vt:lpstr>Scope chain কী?  pg 12 july</vt:lpstr>
      <vt:lpstr>Block scope কী? 10 july</vt:lpstr>
      <vt:lpstr>Temporal Dead Zone কী? 6 july, google</vt:lpstr>
      <vt:lpstr>Closure কী? 14 july</vt:lpstr>
      <vt:lpstr>Real use-case of closure? 14 july</vt:lpstr>
      <vt:lpstr>Garbage collection কী?</vt:lpstr>
      <vt:lpstr>Function declaration vs expression </vt:lpstr>
      <vt:lpstr>Arrow function কী?   pg 25 April</vt:lpstr>
      <vt:lpstr>this keyword কীভাবে কাজ করে?  diary Pg 28 july </vt:lpstr>
      <vt:lpstr>call(), apply(), bind() পার্থক্য </vt:lpstr>
      <vt:lpstr>Higher order function কী? </vt:lpstr>
      <vt:lpstr>Callback function কী? 21 April</vt:lpstr>
      <vt:lpstr>Pure function কী?</vt:lpstr>
      <vt:lpstr>IIFE কী? 25 April</vt:lpstr>
      <vt:lpstr>Recursion কী? VS Code Class JS</vt:lpstr>
      <vt:lpstr>Currying কী?</vt:lpstr>
      <vt:lpstr>Currying কী?</vt:lpstr>
      <vt:lpstr>Synchronous vs Asynchronous</vt:lpstr>
      <vt:lpstr>Callback hell কী?</vt:lpstr>
      <vt:lpstr>Promise কী?</vt:lpstr>
      <vt:lpstr>Promise state কয়টি?</vt:lpstr>
      <vt:lpstr>Promise chaining কী?</vt:lpstr>
      <vt:lpstr>async / await কী?</vt:lpstr>
      <vt:lpstr>fetch() কীভাবে কাজ করে?</vt:lpstr>
      <vt:lpstr>Event loop কী?</vt:lpstr>
      <vt:lpstr>Microtask queue কী? </vt:lpstr>
      <vt:lpstr>setTimeout কেন delay নেয়?</vt:lpstr>
      <vt:lpstr>map() vs forEach()</vt:lpstr>
      <vt:lpstr>filter() কী?</vt:lpstr>
      <vt:lpstr>reduce() explain with example</vt:lpstr>
      <vt:lpstr>slice() vs splice()</vt:lpstr>
      <vt:lpstr>Shallow vs Deep copy</vt:lpstr>
      <vt:lpstr>Spread operator</vt:lpstr>
      <vt:lpstr>Destructuring</vt:lpstr>
      <vt:lpstr>Object.freeze vs seal</vt:lpstr>
      <vt:lpstr>Prototype কী?</vt:lpstr>
      <vt:lpstr>DOM কী?</vt:lpstr>
      <vt:lpstr>Event bubbling</vt:lpstr>
      <vt:lpstr>Event capturing</vt:lpstr>
      <vt:lpstr>preventDefault()</vt:lpstr>
      <vt:lpstr>stopPropagation()</vt:lpstr>
      <vt:lpstr>localStorage vs sessionStorage</vt:lpstr>
      <vt:lpstr>Cookie কী?</vt:lpstr>
      <vt:lpstr>BOM কী?</vt:lpstr>
      <vt:lpstr>Reflow &amp; Repaint</vt:lpstr>
      <vt:lpstr>Debounce কী?</vt:lpstr>
      <vt:lpstr>Throttle কী?</vt:lpstr>
      <vt:lpstr>Memoization কী?</vt:lpstr>
      <vt:lpstr>Lazy loading কী?</vt:lpstr>
      <vt:lpstr>Tree shaking কী?</vt:lpstr>
      <vt:lpstr>Code splitting কী?</vt:lpstr>
      <vt:lpstr>XSS attack কী?</vt:lpstr>
      <vt:lpstr>CSRF কী?</vt:lpstr>
      <vt:lpstr>CORS কী? </vt:lpstr>
      <vt:lpstr>eval() কেন dangerous?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JavaScript কী এবং কেন ব্যবহার হয়? Diary page 0 1 April </dc:title>
  <cp:lastModifiedBy>Nabila Nuzhat Moin</cp:lastModifiedBy>
  <cp:revision>273</cp:revision>
  <dcterms:modified xsi:type="dcterms:W3CDTF">2026-04-30T11:41:24Z</dcterms:modified>
</cp:coreProperties>
</file>