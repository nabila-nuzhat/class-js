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98" r:id="rId1"/>
    <p:sldMasterId id="2147483699" r:id="rId2"/>
  </p:sldMasterIdLst>
  <p:notesMasterIdLst>
    <p:notesMasterId r:id="rId71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  <p:sldId id="307" r:id="rId54"/>
    <p:sldId id="308" r:id="rId55"/>
    <p:sldId id="309" r:id="rId56"/>
    <p:sldId id="310" r:id="rId57"/>
    <p:sldId id="311" r:id="rId58"/>
    <p:sldId id="312" r:id="rId59"/>
    <p:sldId id="313" r:id="rId60"/>
    <p:sldId id="314" r:id="rId61"/>
    <p:sldId id="315" r:id="rId62"/>
    <p:sldId id="316" r:id="rId63"/>
    <p:sldId id="317" r:id="rId64"/>
    <p:sldId id="318" r:id="rId65"/>
    <p:sldId id="319" r:id="rId66"/>
    <p:sldId id="320" r:id="rId67"/>
    <p:sldId id="321" r:id="rId68"/>
    <p:sldId id="322" r:id="rId69"/>
    <p:sldId id="323" r:id="rId70"/>
  </p:sldIdLst>
  <p:sldSz cx="9144000" cy="5143500" type="screen16x9"/>
  <p:notesSz cx="6858000" cy="9144000"/>
  <p:embeddedFontLst>
    <p:embeddedFont>
      <p:font typeface="Space Grotesk" panose="020B0604020202020204" charset="0"/>
      <p:regular r:id="rId72"/>
      <p:bold r:id="rId73"/>
    </p:embeddedFont>
    <p:embeddedFont>
      <p:font typeface="Space Grotesk Light" panose="020B0604020202020204" charset="0"/>
      <p:regular r:id="rId74"/>
      <p:bold r:id="rId75"/>
    </p:embeddedFont>
    <p:embeddedFont>
      <p:font typeface="Space Grotesk Medium" panose="020B0604020202020204" charset="0"/>
      <p:regular r:id="rId76"/>
      <p:bold r:id="rId7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12908C-D88F-4C29-BC14-842A4145CC11}" v="370" dt="2026-04-22T15:03:19.133"/>
    <p1510:client id="{A38C5047-D381-4F88-8585-7C7B92A17BAF}" v="68" dt="2026-04-23T01:29:33.606"/>
    <p1510:client id="{B2791F88-11CC-46E0-A223-F32659C40A30}" v="214" dt="2026-04-23T04:06:15.682"/>
  </p1510:revLst>
</p1510:revInfo>
</file>

<file path=ppt/tableStyles.xml><?xml version="1.0" encoding="utf-8"?>
<a:tblStyleLst xmlns:a="http://schemas.openxmlformats.org/drawingml/2006/main" def="{C69FB0F3-B2E3-4281-9DBD-54BAB008E74F}">
  <a:tblStyle styleId="{C69FB0F3-B2E3-4281-9DBD-54BAB008E74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0" d="100"/>
          <a:sy n="130" d="100"/>
        </p:scale>
        <p:origin x="82" y="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font" Target="fonts/font3.fntdata"/><Relationship Id="rId79" Type="http://schemas.openxmlformats.org/officeDocument/2006/relationships/viewProps" Target="viewProps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82" Type="http://schemas.microsoft.com/office/2015/10/relationships/revisionInfo" Target="revisionInfo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77" Type="http://schemas.openxmlformats.org/officeDocument/2006/relationships/font" Target="fonts/font6.fntdata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font" Target="fonts/font1.fntdata"/><Relationship Id="rId80" Type="http://schemas.openxmlformats.org/officeDocument/2006/relationships/theme" Target="theme/theme1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font" Target="fonts/font2.fntdata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font" Target="fonts/font5.fntdata"/><Relationship Id="rId7" Type="http://schemas.openxmlformats.org/officeDocument/2006/relationships/slide" Target="slides/slide5.xml"/><Relationship Id="rId71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ab2891db4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9" name="Google Shape;499;g3ab2891db4b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g3ab2891db4b_0_4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5" name="Google Shape;505;g3ab2891db4b_0_4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g3ab2891db4b_0_4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1" name="Google Shape;511;g3ab2891db4b_0_4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g3ab2891db4b_0_4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7" name="Google Shape;517;g3ab2891db4b_0_4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3ab2891db4b_0_4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3" name="Google Shape;523;g3ab2891db4b_0_4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g3ab2891db4b_0_4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9" name="Google Shape;529;g3ab2891db4b_0_4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g3ab2891db4b_0_5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6" name="Google Shape;536;g3ab2891db4b_0_5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g3ab2891db4b_0_5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2" name="Google Shape;542;g3ab2891db4b_0_5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g3ab2891db4b_0_5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8" name="Google Shape;548;g3ab2891db4b_0_5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g3ab2891db4b_0_5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g3ab2891db4b_0_5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g3ab2891db4b_0_5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0" name="Google Shape;560;g3ab2891db4b_0_5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Google Shape;565;g3ab2891db4b_0_5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6" name="Google Shape;566;g3ab2891db4b_0_5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g3ab2891db4b_0_5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2" name="Google Shape;572;g3ab2891db4b_0_5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Google Shape;577;g3ab2891db4b_0_5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8" name="Google Shape;578;g3ab2891db4b_0_5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g3ab2891db4b_0_5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4" name="Google Shape;584;g3ab2891db4b_0_5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Google Shape;589;g3ab2891db4b_0_5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0" name="Google Shape;590;g3ab2891db4b_0_5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g3ab2891db4b_0_5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6" name="Google Shape;596;g3ab2891db4b_0_5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g3ab2891db4b_0_5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2" name="Google Shape;602;g3ab2891db4b_0_5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3ab2891db4b_0_5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8" name="Google Shape;608;g3ab2891db4b_0_5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3ab2891db4b_0_5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3ab2891db4b_0_5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ab2891db4b_0_5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0" name="Google Shape;620;g3ab2891db4b_0_5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g3ab2891db4b_0_5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6" name="Google Shape;626;g3ab2891db4b_0_5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3ab2891db4b_0_5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3ab2891db4b_0_5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g3ab2891db4b_0_5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8" name="Google Shape;638;g3ab2891db4b_0_5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g3ab2891db4b_0_5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4" name="Google Shape;644;g3ab2891db4b_0_5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g3ab2891db4b_0_6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0" name="Google Shape;650;g3ab2891db4b_0_6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Google Shape;655;g3ab2891db4b_0_6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6" name="Google Shape;656;g3ab2891db4b_0_6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Google Shape;661;g3ab2891db4b_0_6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2" name="Google Shape;662;g3ab2891db4b_0_6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g3ab2891db4b_0_6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8" name="Google Shape;668;g3ab2891db4b_0_6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g3ab2891db4b_0_6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4" name="Google Shape;674;g3ab2891db4b_0_6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3ab2891db4b_0_6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0" name="Google Shape;680;g3ab2891db4b_0_6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Google Shape;685;g3ab2891db4b_0_6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6" name="Google Shape;686;g3ab2891db4b_0_6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3ab2891db4b_0_6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2" name="Google Shape;692;g3ab2891db4b_0_6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g3ab2891db4b_0_6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8" name="Google Shape;698;g3ab2891db4b_0_6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g3ab2891db4b_0_6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4" name="Google Shape;704;g3ab2891db4b_0_6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Google Shape;709;g3ab2891db4b_0_6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0" name="Google Shape;710;g3ab2891db4b_0_6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Google Shape;715;g3ab2891db4b_0_6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6" name="Google Shape;716;g3ab2891db4b_0_6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3ab2891db4b_0_6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2" name="Google Shape;722;g3ab2891db4b_0_6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g3ab2891db4b_0_6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8" name="Google Shape;728;g3ab2891db4b_0_6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g3ab2891db4b_0_6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4" name="Google Shape;734;g3ab2891db4b_0_6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g3ab2891db4b_0_6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0" name="Google Shape;740;g3ab2891db4b_0_6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g3ab2891db4b_0_6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6" name="Google Shape;746;g3ab2891db4b_0_6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Google Shape;751;g3ab2891db4b_0_6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2" name="Google Shape;752;g3ab2891db4b_0_6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3ab2891db4b_0_6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8" name="Google Shape;758;g3ab2891db4b_0_6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ab2891db4b_0_6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4" name="Google Shape;764;g3ab2891db4b_0_6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g3ab2891db4b_0_7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0" name="Google Shape;770;g3ab2891db4b_0_7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Google Shape;775;g3ab2891db4b_0_7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6" name="Google Shape;776;g3ab2891db4b_0_7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Google Shape;781;g3b3eea1e2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2" name="Google Shape;782;g3b3eea1e2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787;g3b3eea1e2bf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8" name="Google Shape;788;g3b3eea1e2bf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Google Shape;793;g3b3eea1e2bf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4" name="Google Shape;794;g3b3eea1e2bf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Google Shape;799;g3b3eea1e2bf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0" name="Google Shape;800;g3b3eea1e2bf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g3b3eea1e2bf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6" name="Google Shape;806;g3b3eea1e2bf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g3b3eea1e2bf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2" name="Google Shape;812;g3b3eea1e2bf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Google Shape;817;g3b3eea1e2bf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8" name="Google Shape;818;g3b3eea1e2bf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Google Shape;823;g3b3eea1e2b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4" name="Google Shape;824;g3b3eea1e2b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Google Shape;829;g3b3eea1e2bf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0" name="Google Shape;830;g3b3eea1e2bf_0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Google Shape;835;g3b3eea1e2bf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6" name="Google Shape;836;g3b3eea1e2bf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1" name="Google Shape;841;g3b3eea1e2bf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2" name="Google Shape;842;g3b3eea1e2bf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g3b3eea1e2bf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8" name="Google Shape;848;g3b3eea1e2bf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Google Shape;853;g3b3eea1e2bf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4" name="Google Shape;854;g3b3eea1e2bf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9" name="Google Shape;859;g3b3eea1e2bf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0" name="Google Shape;860;g3b3eea1e2bf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g3b3eea1e2bf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6" name="Google Shape;866;g3b3eea1e2bf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1" name="Google Shape;871;g3b3eea1e2bf_0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2" name="Google Shape;872;g3b3eea1e2bf_0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g3b3eea1e2bf_0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8" name="Google Shape;878;g3b3eea1e2bf_0_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g3b3eea1e2bf_0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4" name="Google Shape;884;g3b3eea1e2bf_0_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g3b3eea1e2bf_0_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0" name="Google Shape;890;g3b3eea1e2bf_0_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g3b3eea1e2bf_0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6" name="Google Shape;896;g3b3eea1e2bf_0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g3b3eea1e2bf_0_1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2" name="Google Shape;902;g3b3eea1e2bf_0_1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4.png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Alt 1">
  <p:cSld name="TITLE_1_2">
    <p:bg>
      <p:bgPr>
        <a:solidFill>
          <a:schemeClr val="dk1"/>
        </a:solid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>
            <a:spLocks noGrp="1"/>
          </p:cNvSpPr>
          <p:nvPr>
            <p:ph type="title"/>
          </p:nvPr>
        </p:nvSpPr>
        <p:spPr>
          <a:xfrm>
            <a:off x="716836" y="2603560"/>
            <a:ext cx="7775700" cy="865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title" idx="2"/>
          </p:nvPr>
        </p:nvSpPr>
        <p:spPr>
          <a:xfrm>
            <a:off x="699978" y="4174219"/>
            <a:ext cx="4909500" cy="330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title" idx="3"/>
          </p:nvPr>
        </p:nvSpPr>
        <p:spPr>
          <a:xfrm>
            <a:off x="716836" y="3459250"/>
            <a:ext cx="7673400" cy="678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title" idx="4"/>
          </p:nvPr>
        </p:nvSpPr>
        <p:spPr>
          <a:xfrm>
            <a:off x="699978" y="734269"/>
            <a:ext cx="4299000" cy="1836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77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9pPr>
          </a:lstStyle>
          <a:p>
            <a:endParaRPr/>
          </a:p>
        </p:txBody>
      </p:sp>
      <p:grpSp>
        <p:nvGrpSpPr>
          <p:cNvPr id="59" name="Google Shape;59;p14"/>
          <p:cNvGrpSpPr/>
          <p:nvPr/>
        </p:nvGrpSpPr>
        <p:grpSpPr>
          <a:xfrm>
            <a:off x="6871890" y="501597"/>
            <a:ext cx="139297" cy="110523"/>
            <a:chOff x="2601950" y="1974675"/>
            <a:chExt cx="2474200" cy="1963100"/>
          </a:xfrm>
        </p:grpSpPr>
        <p:sp>
          <p:nvSpPr>
            <p:cNvPr id="60" name="Google Shape;60;p14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1" name="Google Shape;61;p14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2" name="Google Shape;62;p14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3" name="Google Shape;63;p14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4" name="Google Shape;64;p14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5" name="Google Shape;65;p14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6" name="Google Shape;66;p14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67" name="Google Shape;67;p14"/>
          <p:cNvGrpSpPr/>
          <p:nvPr/>
        </p:nvGrpSpPr>
        <p:grpSpPr>
          <a:xfrm>
            <a:off x="7517552" y="1728897"/>
            <a:ext cx="139297" cy="110523"/>
            <a:chOff x="2601950" y="1974675"/>
            <a:chExt cx="2474200" cy="1963100"/>
          </a:xfrm>
        </p:grpSpPr>
        <p:sp>
          <p:nvSpPr>
            <p:cNvPr id="68" name="Google Shape;68;p14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9" name="Google Shape;69;p14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0" name="Google Shape;70;p14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1" name="Google Shape;71;p14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2" name="Google Shape;72;p14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3" name="Google Shape;73;p14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4" name="Google Shape;74;p14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75" name="Google Shape;75;p14"/>
          <p:cNvGrpSpPr/>
          <p:nvPr/>
        </p:nvGrpSpPr>
        <p:grpSpPr>
          <a:xfrm>
            <a:off x="4265152" y="4275922"/>
            <a:ext cx="139297" cy="110523"/>
            <a:chOff x="2601950" y="1974675"/>
            <a:chExt cx="2474200" cy="1963100"/>
          </a:xfrm>
        </p:grpSpPr>
        <p:sp>
          <p:nvSpPr>
            <p:cNvPr id="76" name="Google Shape;76;p14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7" name="Google Shape;77;p14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8" name="Google Shape;78;p14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9" name="Google Shape;79;p14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80" name="Google Shape;80;p14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81" name="Google Shape;81;p14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82" name="Google Shape;82;p14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9" userDrawn="1">
          <p15:clr>
            <a:srgbClr val="E46962"/>
          </p15:clr>
        </p15:guide>
        <p15:guide id="2" pos="159" userDrawn="1">
          <p15:clr>
            <a:srgbClr val="E46962"/>
          </p15:clr>
        </p15:guide>
        <p15:guide id="3" orient="horz" pos="2772" userDrawn="1">
          <p15:clr>
            <a:srgbClr val="E46962"/>
          </p15:clr>
        </p15:guide>
        <p15:guide id="4" pos="5292" userDrawn="1">
          <p15:clr>
            <a:srgbClr val="E46962"/>
          </p15:clr>
        </p15:guide>
        <p15:guide id="5" pos="468" userDrawn="1">
          <p15:clr>
            <a:srgbClr val="E46962"/>
          </p15:clr>
        </p15:guide>
        <p15:guide id="6" pos="5601" userDrawn="1">
          <p15:clr>
            <a:srgbClr val="E46962"/>
          </p15:clr>
        </p15:guide>
        <p15:guide id="7" orient="horz" pos="468" userDrawn="1">
          <p15:clr>
            <a:srgbClr val="E46962"/>
          </p15:clr>
        </p15:guide>
        <p15:guide id="8" orient="horz" pos="3081" userDrawn="1">
          <p15:clr>
            <a:srgbClr val="E46962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- Alt 1">
  <p:cSld name="BLANK_1_1_1_1_1_1_1">
    <p:bg>
      <p:bgPr>
        <a:solidFill>
          <a:schemeClr val="dk1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5"/>
          <p:cNvGrpSpPr/>
          <p:nvPr/>
        </p:nvGrpSpPr>
        <p:grpSpPr>
          <a:xfrm>
            <a:off x="0" y="0"/>
            <a:ext cx="9144000" cy="2859050"/>
            <a:chOff x="0" y="0"/>
            <a:chExt cx="9144000" cy="2859050"/>
          </a:xfrm>
        </p:grpSpPr>
        <p:grpSp>
          <p:nvGrpSpPr>
            <p:cNvPr id="85" name="Google Shape;85;p15"/>
            <p:cNvGrpSpPr/>
            <p:nvPr/>
          </p:nvGrpSpPr>
          <p:grpSpPr>
            <a:xfrm>
              <a:off x="2700100" y="175"/>
              <a:ext cx="6443900" cy="2858875"/>
              <a:chOff x="2700100" y="175"/>
              <a:chExt cx="6443900" cy="2858875"/>
            </a:xfrm>
          </p:grpSpPr>
          <p:sp>
            <p:nvSpPr>
              <p:cNvPr id="86" name="Google Shape;86;p15"/>
              <p:cNvSpPr/>
              <p:nvPr/>
            </p:nvSpPr>
            <p:spPr>
              <a:xfrm>
                <a:off x="2700100" y="1225675"/>
                <a:ext cx="783600" cy="9036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  <p:sp>
            <p:nvSpPr>
              <p:cNvPr id="87" name="Google Shape;87;p15"/>
              <p:cNvSpPr/>
              <p:nvPr/>
            </p:nvSpPr>
            <p:spPr>
              <a:xfrm>
                <a:off x="3463000" y="1250450"/>
                <a:ext cx="1434000" cy="16086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  <p:sp>
            <p:nvSpPr>
              <p:cNvPr id="88" name="Google Shape;88;p15"/>
              <p:cNvSpPr/>
              <p:nvPr/>
            </p:nvSpPr>
            <p:spPr>
              <a:xfrm>
                <a:off x="4636475" y="175"/>
                <a:ext cx="1659300" cy="13989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  <p:sp>
            <p:nvSpPr>
              <p:cNvPr id="89" name="Google Shape;89;p15"/>
              <p:cNvSpPr/>
              <p:nvPr/>
            </p:nvSpPr>
            <p:spPr>
              <a:xfrm>
                <a:off x="6295800" y="1399075"/>
                <a:ext cx="783600" cy="7302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  <p:sp>
            <p:nvSpPr>
              <p:cNvPr id="90" name="Google Shape;90;p15"/>
              <p:cNvSpPr/>
              <p:nvPr/>
            </p:nvSpPr>
            <p:spPr>
              <a:xfrm>
                <a:off x="7745100" y="175"/>
                <a:ext cx="1398900" cy="13989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  <p:sp>
            <p:nvSpPr>
              <p:cNvPr id="91" name="Google Shape;91;p15"/>
              <p:cNvSpPr/>
              <p:nvPr/>
            </p:nvSpPr>
            <p:spPr>
              <a:xfrm>
                <a:off x="6961500" y="175"/>
                <a:ext cx="866100" cy="7302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</p:grpSp>
        <p:grpSp>
          <p:nvGrpSpPr>
            <p:cNvPr id="92" name="Google Shape;92;p15"/>
            <p:cNvGrpSpPr/>
            <p:nvPr/>
          </p:nvGrpSpPr>
          <p:grpSpPr>
            <a:xfrm>
              <a:off x="0" y="0"/>
              <a:ext cx="4896900" cy="2797700"/>
              <a:chOff x="0" y="0"/>
              <a:chExt cx="4896900" cy="2797700"/>
            </a:xfrm>
          </p:grpSpPr>
          <p:sp>
            <p:nvSpPr>
              <p:cNvPr id="93" name="Google Shape;93;p15"/>
              <p:cNvSpPr/>
              <p:nvPr/>
            </p:nvSpPr>
            <p:spPr>
              <a:xfrm>
                <a:off x="0" y="1398800"/>
                <a:ext cx="1398900" cy="1398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  <p:sp>
            <p:nvSpPr>
              <p:cNvPr id="94" name="Google Shape;94;p15"/>
              <p:cNvSpPr/>
              <p:nvPr/>
            </p:nvSpPr>
            <p:spPr>
              <a:xfrm>
                <a:off x="1398900" y="0"/>
                <a:ext cx="3498000" cy="1398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</p:grpSp>
      </p:grpSp>
      <p:sp>
        <p:nvSpPr>
          <p:cNvPr id="95" name="Google Shape;95;p15"/>
          <p:cNvSpPr txBox="1">
            <a:spLocks noGrp="1"/>
          </p:cNvSpPr>
          <p:nvPr>
            <p:ph type="subTitle" idx="1"/>
          </p:nvPr>
        </p:nvSpPr>
        <p:spPr>
          <a:xfrm>
            <a:off x="1821150" y="252600"/>
            <a:ext cx="2653500" cy="903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96" name="Google Shape;96;p15"/>
          <p:cNvSpPr txBox="1">
            <a:spLocks noGrp="1"/>
          </p:cNvSpPr>
          <p:nvPr>
            <p:ph type="title"/>
          </p:nvPr>
        </p:nvSpPr>
        <p:spPr>
          <a:xfrm>
            <a:off x="252600" y="4124825"/>
            <a:ext cx="8638800" cy="90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Font typeface="Space Grotesk"/>
              <a:buNone/>
              <a:defRPr sz="77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orient="horz" pos="2772" userDrawn="1">
          <p15:clr>
            <a:srgbClr val="E46962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 ">
  <p:cSld name="BLANK_1_1_1_1_1_1_1_1_1_1_1_1_1_1_1_1_1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6"/>
          <p:cNvSpPr/>
          <p:nvPr/>
        </p:nvSpPr>
        <p:spPr>
          <a:xfrm>
            <a:off x="4728000" y="2032675"/>
            <a:ext cx="1408200" cy="14739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grpSp>
        <p:nvGrpSpPr>
          <p:cNvPr id="99" name="Google Shape;99;p16"/>
          <p:cNvGrpSpPr/>
          <p:nvPr/>
        </p:nvGrpSpPr>
        <p:grpSpPr>
          <a:xfrm>
            <a:off x="4153925" y="0"/>
            <a:ext cx="4990175" cy="5143425"/>
            <a:chOff x="4153925" y="0"/>
            <a:chExt cx="4990175" cy="5143425"/>
          </a:xfrm>
        </p:grpSpPr>
        <p:sp>
          <p:nvSpPr>
            <p:cNvPr id="100" name="Google Shape;100;p16"/>
            <p:cNvSpPr/>
            <p:nvPr/>
          </p:nvSpPr>
          <p:spPr>
            <a:xfrm>
              <a:off x="6462300" y="1441775"/>
              <a:ext cx="2681700" cy="1147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01" name="Google Shape;101;p16"/>
            <p:cNvSpPr/>
            <p:nvPr/>
          </p:nvSpPr>
          <p:spPr>
            <a:xfrm>
              <a:off x="6289300" y="2420925"/>
              <a:ext cx="2854800" cy="27225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02" name="Google Shape;102;p16"/>
            <p:cNvSpPr/>
            <p:nvPr/>
          </p:nvSpPr>
          <p:spPr>
            <a:xfrm>
              <a:off x="4153925" y="0"/>
              <a:ext cx="1570200" cy="676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03" name="Google Shape;103;p16"/>
            <p:cNvSpPr/>
            <p:nvPr/>
          </p:nvSpPr>
          <p:spPr>
            <a:xfrm>
              <a:off x="4722625" y="0"/>
              <a:ext cx="4421400" cy="2105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104" name="Google Shape;104;p16"/>
          <p:cNvSpPr txBox="1">
            <a:spLocks noGrp="1"/>
          </p:cNvSpPr>
          <p:nvPr>
            <p:ph type="title"/>
          </p:nvPr>
        </p:nvSpPr>
        <p:spPr>
          <a:xfrm>
            <a:off x="252600" y="270725"/>
            <a:ext cx="4216200" cy="865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9pPr>
          </a:lstStyle>
          <a:p>
            <a:endParaRPr/>
          </a:p>
        </p:txBody>
      </p:sp>
      <p:sp>
        <p:nvSpPr>
          <p:cNvPr id="105" name="Google Shape;105;p16"/>
          <p:cNvSpPr txBox="1">
            <a:spLocks noGrp="1"/>
          </p:cNvSpPr>
          <p:nvPr>
            <p:ph type="body" idx="1"/>
          </p:nvPr>
        </p:nvSpPr>
        <p:spPr>
          <a:xfrm>
            <a:off x="252600" y="1973625"/>
            <a:ext cx="3128700" cy="29172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106" name="Google Shape;106;p16"/>
          <p:cNvSpPr>
            <a:spLocks noGrp="1"/>
          </p:cNvSpPr>
          <p:nvPr>
            <p:ph type="pic" idx="2"/>
          </p:nvPr>
        </p:nvSpPr>
        <p:spPr>
          <a:xfrm>
            <a:off x="4468800" y="908675"/>
            <a:ext cx="3936300" cy="3116100"/>
          </a:xfrm>
          <a:prstGeom prst="rect">
            <a:avLst/>
          </a:prstGeom>
          <a:noFill/>
          <a:ln>
            <a:noFill/>
          </a:ln>
        </p:spPr>
      </p:sp>
      <p:sp>
        <p:nvSpPr>
          <p:cNvPr id="107" name="Google Shape;107;p16"/>
          <p:cNvSpPr>
            <a:spLocks noGrp="1"/>
          </p:cNvSpPr>
          <p:nvPr>
            <p:ph type="pic" idx="3"/>
          </p:nvPr>
        </p:nvSpPr>
        <p:spPr>
          <a:xfrm>
            <a:off x="4153925" y="1728449"/>
            <a:ext cx="3586800" cy="2672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68" userDrawn="1">
          <p15:clr>
            <a:srgbClr val="E46962"/>
          </p15:clr>
        </p15:guide>
        <p15:guide id="2" pos="468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pos="159" userDrawn="1">
          <p15:clr>
            <a:srgbClr val="E46962"/>
          </p15:clr>
        </p15:guide>
        <p15:guide id="7" orient="horz" pos="2772" userDrawn="1">
          <p15:clr>
            <a:srgbClr val="E46962"/>
          </p15:clr>
        </p15:guide>
        <p15:guide id="8" pos="2617" userDrawn="1">
          <p15:clr>
            <a:srgbClr val="E46962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 - Alt 1">
  <p:cSld name="BLANK_1_1_1_1_1_1_1_1_1_1_1_1_2">
    <p:bg>
      <p:bgPr>
        <a:solidFill>
          <a:schemeClr val="accent2"/>
        </a:solidFill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7"/>
          <p:cNvSpPr/>
          <p:nvPr/>
        </p:nvSpPr>
        <p:spPr>
          <a:xfrm>
            <a:off x="6462300" y="2136900"/>
            <a:ext cx="2681700" cy="1147200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10" name="Google Shape;110;p17"/>
          <p:cNvSpPr/>
          <p:nvPr/>
        </p:nvSpPr>
        <p:spPr>
          <a:xfrm>
            <a:off x="6094200" y="0"/>
            <a:ext cx="3049800" cy="676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Light"/>
              <a:ea typeface="Space Grotesk Light"/>
              <a:cs typeface="Space Grotesk Light"/>
              <a:sym typeface="Space Grotesk Light"/>
            </a:endParaRPr>
          </a:p>
        </p:txBody>
      </p:sp>
      <p:sp>
        <p:nvSpPr>
          <p:cNvPr id="111" name="Google Shape;111;p17"/>
          <p:cNvSpPr/>
          <p:nvPr/>
        </p:nvSpPr>
        <p:spPr>
          <a:xfrm>
            <a:off x="5759200" y="313425"/>
            <a:ext cx="3049800" cy="363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Light"/>
              <a:ea typeface="Space Grotesk Light"/>
              <a:cs typeface="Space Grotesk Light"/>
              <a:sym typeface="Space Grotesk Light"/>
            </a:endParaRPr>
          </a:p>
        </p:txBody>
      </p:sp>
      <p:sp>
        <p:nvSpPr>
          <p:cNvPr id="112" name="Google Shape;112;p17"/>
          <p:cNvSpPr/>
          <p:nvPr/>
        </p:nvSpPr>
        <p:spPr>
          <a:xfrm rot="-5400000">
            <a:off x="5529300" y="2510100"/>
            <a:ext cx="468000" cy="400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13" name="Google Shape;113;p17"/>
          <p:cNvSpPr/>
          <p:nvPr/>
        </p:nvSpPr>
        <p:spPr>
          <a:xfrm>
            <a:off x="4728000" y="2032675"/>
            <a:ext cx="1408200" cy="1473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grpSp>
        <p:nvGrpSpPr>
          <p:cNvPr id="114" name="Google Shape;114;p17"/>
          <p:cNvGrpSpPr/>
          <p:nvPr/>
        </p:nvGrpSpPr>
        <p:grpSpPr>
          <a:xfrm>
            <a:off x="3632100" y="0"/>
            <a:ext cx="5511900" cy="5143525"/>
            <a:chOff x="3632100" y="0"/>
            <a:chExt cx="5511900" cy="5143525"/>
          </a:xfrm>
        </p:grpSpPr>
        <p:sp>
          <p:nvSpPr>
            <p:cNvPr id="115" name="Google Shape;115;p17"/>
            <p:cNvSpPr/>
            <p:nvPr/>
          </p:nvSpPr>
          <p:spPr>
            <a:xfrm>
              <a:off x="6462300" y="1441775"/>
              <a:ext cx="2681700" cy="1147200"/>
            </a:xfrm>
            <a:prstGeom prst="roundRect">
              <a:avLst>
                <a:gd name="adj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16" name="Google Shape;116;p17"/>
            <p:cNvSpPr/>
            <p:nvPr/>
          </p:nvSpPr>
          <p:spPr>
            <a:xfrm>
              <a:off x="6462300" y="3103775"/>
              <a:ext cx="2681700" cy="2039700"/>
            </a:xfrm>
            <a:prstGeom prst="roundRect">
              <a:avLst>
                <a:gd name="adj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17" name="Google Shape;117;p17"/>
            <p:cNvSpPr/>
            <p:nvPr/>
          </p:nvSpPr>
          <p:spPr>
            <a:xfrm>
              <a:off x="4153925" y="1416600"/>
              <a:ext cx="1570200" cy="676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18" name="Google Shape;118;p17"/>
            <p:cNvSpPr/>
            <p:nvPr/>
          </p:nvSpPr>
          <p:spPr>
            <a:xfrm>
              <a:off x="4196325" y="4236925"/>
              <a:ext cx="2376000" cy="906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19" name="Google Shape;119;p17"/>
            <p:cNvSpPr/>
            <p:nvPr/>
          </p:nvSpPr>
          <p:spPr>
            <a:xfrm>
              <a:off x="3632100" y="0"/>
              <a:ext cx="5511900" cy="14739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120" name="Google Shape;120;p17"/>
          <p:cNvSpPr txBox="1">
            <a:spLocks noGrp="1"/>
          </p:cNvSpPr>
          <p:nvPr>
            <p:ph type="subTitle" idx="1"/>
          </p:nvPr>
        </p:nvSpPr>
        <p:spPr>
          <a:xfrm>
            <a:off x="160431" y="168104"/>
            <a:ext cx="26535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highlight>
                  <a:schemeClr val="lt2"/>
                </a:highlight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  <p:sp>
        <p:nvSpPr>
          <p:cNvPr id="121" name="Google Shape;121;p17"/>
          <p:cNvSpPr txBox="1">
            <a:spLocks noGrp="1"/>
          </p:cNvSpPr>
          <p:nvPr>
            <p:ph type="body" idx="2"/>
          </p:nvPr>
        </p:nvSpPr>
        <p:spPr>
          <a:xfrm>
            <a:off x="252600" y="3797350"/>
            <a:ext cx="3049800" cy="1093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122" name="Google Shape;122;p17"/>
          <p:cNvSpPr txBox="1">
            <a:spLocks noGrp="1"/>
          </p:cNvSpPr>
          <p:nvPr>
            <p:ph type="title"/>
          </p:nvPr>
        </p:nvSpPr>
        <p:spPr>
          <a:xfrm>
            <a:off x="252600" y="2841100"/>
            <a:ext cx="4288200" cy="865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 Medium"/>
              <a:buNone/>
              <a:defRPr sz="3500">
                <a:highlight>
                  <a:schemeClr val="lt2"/>
                </a:highlight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  <p:sp>
        <p:nvSpPr>
          <p:cNvPr id="123" name="Google Shape;123;p17"/>
          <p:cNvSpPr>
            <a:spLocks noGrp="1"/>
          </p:cNvSpPr>
          <p:nvPr>
            <p:ph type="pic" idx="3"/>
          </p:nvPr>
        </p:nvSpPr>
        <p:spPr>
          <a:xfrm>
            <a:off x="4634854" y="627935"/>
            <a:ext cx="3444300" cy="32718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159" userDrawn="1">
          <p15:clr>
            <a:srgbClr val="E46962"/>
          </p15:clr>
        </p15:guide>
        <p15:guide id="6" pos="5292" userDrawn="1">
          <p15:clr>
            <a:srgbClr val="E46962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cept">
  <p:cSld name="ONE_COLUMN_TEXT_1">
    <p:bg>
      <p:bgPr>
        <a:solidFill>
          <a:schemeClr val="accent2"/>
        </a:solid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Google Shape;125;p18"/>
          <p:cNvGrpSpPr/>
          <p:nvPr/>
        </p:nvGrpSpPr>
        <p:grpSpPr>
          <a:xfrm>
            <a:off x="2230528" y="1108408"/>
            <a:ext cx="4915231" cy="2940670"/>
            <a:chOff x="2230528" y="1108408"/>
            <a:chExt cx="4915231" cy="2940670"/>
          </a:xfrm>
        </p:grpSpPr>
        <p:sp>
          <p:nvSpPr>
            <p:cNvPr id="126" name="Google Shape;126;p18"/>
            <p:cNvSpPr/>
            <p:nvPr/>
          </p:nvSpPr>
          <p:spPr>
            <a:xfrm>
              <a:off x="3583559" y="2237378"/>
              <a:ext cx="3562200" cy="181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27" name="Google Shape;127;p18"/>
            <p:cNvSpPr/>
            <p:nvPr/>
          </p:nvSpPr>
          <p:spPr>
            <a:xfrm>
              <a:off x="3169759" y="1865553"/>
              <a:ext cx="3562200" cy="181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28" name="Google Shape;128;p18"/>
            <p:cNvSpPr/>
            <p:nvPr/>
          </p:nvSpPr>
          <p:spPr>
            <a:xfrm>
              <a:off x="2715512" y="1415749"/>
              <a:ext cx="3562200" cy="181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29" name="Google Shape;129;p18"/>
            <p:cNvSpPr/>
            <p:nvPr/>
          </p:nvSpPr>
          <p:spPr>
            <a:xfrm>
              <a:off x="2230528" y="1108408"/>
              <a:ext cx="3562200" cy="181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130" name="Google Shape;130;p18"/>
          <p:cNvSpPr txBox="1">
            <a:spLocks noGrp="1"/>
          </p:cNvSpPr>
          <p:nvPr>
            <p:ph type="title"/>
          </p:nvPr>
        </p:nvSpPr>
        <p:spPr>
          <a:xfrm>
            <a:off x="2420613" y="1299977"/>
            <a:ext cx="4262400" cy="996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 Medium"/>
              <a:buNone/>
              <a:defRPr sz="35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9pPr>
          </a:lstStyle>
          <a:p>
            <a:endParaRPr/>
          </a:p>
        </p:txBody>
      </p:sp>
      <p:sp>
        <p:nvSpPr>
          <p:cNvPr id="131" name="Google Shape;131;p18"/>
          <p:cNvSpPr txBox="1">
            <a:spLocks noGrp="1"/>
          </p:cNvSpPr>
          <p:nvPr>
            <p:ph type="body" idx="1"/>
          </p:nvPr>
        </p:nvSpPr>
        <p:spPr>
          <a:xfrm>
            <a:off x="4192376" y="2436625"/>
            <a:ext cx="1356300" cy="154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>
                <a:highlight>
                  <a:schemeClr val="lt2"/>
                </a:highlight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○"/>
              <a:defRPr sz="1000">
                <a:highlight>
                  <a:schemeClr val="lt2"/>
                </a:highlight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■"/>
              <a:defRPr sz="1000">
                <a:highlight>
                  <a:schemeClr val="lt2"/>
                </a:highlight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>
                <a:highlight>
                  <a:schemeClr val="lt2"/>
                </a:highlight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○"/>
              <a:defRPr sz="1000">
                <a:highlight>
                  <a:schemeClr val="lt2"/>
                </a:highlight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■"/>
              <a:defRPr sz="1000">
                <a:highlight>
                  <a:schemeClr val="lt2"/>
                </a:highlight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>
                <a:highlight>
                  <a:schemeClr val="lt2"/>
                </a:highlight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○"/>
              <a:defRPr sz="1000">
                <a:highlight>
                  <a:schemeClr val="lt2"/>
                </a:highlight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■"/>
              <a:defRPr sz="10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  <p:sp>
        <p:nvSpPr>
          <p:cNvPr id="132" name="Google Shape;132;p18"/>
          <p:cNvSpPr txBox="1">
            <a:spLocks noGrp="1"/>
          </p:cNvSpPr>
          <p:nvPr>
            <p:ph type="body" idx="2"/>
          </p:nvPr>
        </p:nvSpPr>
        <p:spPr>
          <a:xfrm>
            <a:off x="5712456" y="2436625"/>
            <a:ext cx="1356300" cy="154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>
                <a:highlight>
                  <a:schemeClr val="lt2"/>
                </a:highlight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○"/>
              <a:defRPr sz="1000">
                <a:highlight>
                  <a:schemeClr val="lt2"/>
                </a:highlight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■"/>
              <a:defRPr sz="1000">
                <a:highlight>
                  <a:schemeClr val="lt2"/>
                </a:highlight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>
                <a:highlight>
                  <a:schemeClr val="lt2"/>
                </a:highlight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○"/>
              <a:defRPr sz="1000">
                <a:highlight>
                  <a:schemeClr val="lt2"/>
                </a:highlight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■"/>
              <a:defRPr sz="1000">
                <a:highlight>
                  <a:schemeClr val="lt2"/>
                </a:highlight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>
                <a:highlight>
                  <a:schemeClr val="lt2"/>
                </a:highlight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○"/>
              <a:defRPr sz="1000">
                <a:highlight>
                  <a:schemeClr val="lt2"/>
                </a:highlight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■"/>
              <a:defRPr sz="10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  <p:sp>
        <p:nvSpPr>
          <p:cNvPr id="133" name="Google Shape;133;p18"/>
          <p:cNvSpPr txBox="1">
            <a:spLocks noGrp="1"/>
          </p:cNvSpPr>
          <p:nvPr>
            <p:ph type="body" idx="3"/>
          </p:nvPr>
        </p:nvSpPr>
        <p:spPr>
          <a:xfrm>
            <a:off x="2230525" y="2436625"/>
            <a:ext cx="1878300" cy="2085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●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○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2pPr>
            <a:lvl3pPr marL="1371600" lvl="2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■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3pPr>
            <a:lvl4pPr marL="1828800" lvl="3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●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4pPr>
            <a:lvl5pPr marL="2286000" lvl="4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○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5pPr>
            <a:lvl6pPr marL="2743200" lvl="5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■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6pPr>
            <a:lvl7pPr marL="3200400" lvl="6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●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7pPr>
            <a:lvl8pPr marL="3657600" lvl="7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○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8pPr>
            <a:lvl9pPr marL="4114800" lvl="8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■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duction">
  <p:cSld name="CUSTOM">
    <p:bg>
      <p:bgPr>
        <a:solidFill>
          <a:schemeClr val="accent2"/>
        </a:solid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9"/>
          <p:cNvSpPr>
            <a:spLocks noGrp="1"/>
          </p:cNvSpPr>
          <p:nvPr>
            <p:ph type="pic" idx="2"/>
          </p:nvPr>
        </p:nvSpPr>
        <p:spPr>
          <a:xfrm>
            <a:off x="743700" y="1693750"/>
            <a:ext cx="3974100" cy="27024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136" name="Google Shape;136;p19"/>
          <p:cNvGrpSpPr/>
          <p:nvPr/>
        </p:nvGrpSpPr>
        <p:grpSpPr>
          <a:xfrm>
            <a:off x="743700" y="742300"/>
            <a:ext cx="7047725" cy="3657400"/>
            <a:chOff x="743700" y="742300"/>
            <a:chExt cx="7047725" cy="3657400"/>
          </a:xfrm>
        </p:grpSpPr>
        <p:sp>
          <p:nvSpPr>
            <p:cNvPr id="137" name="Google Shape;137;p19"/>
            <p:cNvSpPr/>
            <p:nvPr/>
          </p:nvSpPr>
          <p:spPr>
            <a:xfrm>
              <a:off x="4626725" y="1693750"/>
              <a:ext cx="3164700" cy="1721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38" name="Google Shape;138;p19"/>
            <p:cNvSpPr/>
            <p:nvPr/>
          </p:nvSpPr>
          <p:spPr>
            <a:xfrm>
              <a:off x="4718150" y="3341000"/>
              <a:ext cx="1465200" cy="1058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39" name="Google Shape;139;p19"/>
            <p:cNvSpPr/>
            <p:nvPr/>
          </p:nvSpPr>
          <p:spPr>
            <a:xfrm>
              <a:off x="743700" y="742300"/>
              <a:ext cx="4529700" cy="1839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40" name="Google Shape;140;p19"/>
            <p:cNvSpPr/>
            <p:nvPr/>
          </p:nvSpPr>
          <p:spPr>
            <a:xfrm>
              <a:off x="1359836" y="2451775"/>
              <a:ext cx="416400" cy="392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41" name="Google Shape;141;p19"/>
            <p:cNvSpPr/>
            <p:nvPr/>
          </p:nvSpPr>
          <p:spPr>
            <a:xfrm>
              <a:off x="744050" y="3236575"/>
              <a:ext cx="741900" cy="392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42" name="Google Shape;142;p19"/>
            <p:cNvSpPr/>
            <p:nvPr/>
          </p:nvSpPr>
          <p:spPr>
            <a:xfrm>
              <a:off x="1495975" y="2368625"/>
              <a:ext cx="765000" cy="8679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43" name="Google Shape;143;p19"/>
            <p:cNvSpPr/>
            <p:nvPr/>
          </p:nvSpPr>
          <p:spPr>
            <a:xfrm>
              <a:off x="3976375" y="2351575"/>
              <a:ext cx="741900" cy="492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144" name="Google Shape;144;p19"/>
          <p:cNvSpPr/>
          <p:nvPr/>
        </p:nvSpPr>
        <p:spPr>
          <a:xfrm>
            <a:off x="4718150" y="2839125"/>
            <a:ext cx="1465200" cy="576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45" name="Google Shape;145;p19"/>
          <p:cNvSpPr/>
          <p:nvPr/>
        </p:nvSpPr>
        <p:spPr>
          <a:xfrm>
            <a:off x="6183250" y="3341000"/>
            <a:ext cx="1245300" cy="10587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6" name="Google Shape;146;p19"/>
          <p:cNvSpPr txBox="1">
            <a:spLocks noGrp="1"/>
          </p:cNvSpPr>
          <p:nvPr>
            <p:ph type="title"/>
          </p:nvPr>
        </p:nvSpPr>
        <p:spPr>
          <a:xfrm>
            <a:off x="1032350" y="737025"/>
            <a:ext cx="3651300" cy="155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147" name="Google Shape;147;p19"/>
          <p:cNvSpPr txBox="1">
            <a:spLocks noGrp="1"/>
          </p:cNvSpPr>
          <p:nvPr>
            <p:ph type="title" idx="3"/>
          </p:nvPr>
        </p:nvSpPr>
        <p:spPr>
          <a:xfrm>
            <a:off x="6183250" y="3136100"/>
            <a:ext cx="2217000" cy="208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  <p:sp>
        <p:nvSpPr>
          <p:cNvPr id="148" name="Google Shape;148;p19"/>
          <p:cNvSpPr txBox="1">
            <a:spLocks noGrp="1"/>
          </p:cNvSpPr>
          <p:nvPr>
            <p:ph type="title" idx="4"/>
          </p:nvPr>
        </p:nvSpPr>
        <p:spPr>
          <a:xfrm>
            <a:off x="4713425" y="1725175"/>
            <a:ext cx="2991300" cy="1211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  <p:sp>
        <p:nvSpPr>
          <p:cNvPr id="149" name="Google Shape;149;p19"/>
          <p:cNvSpPr txBox="1">
            <a:spLocks noGrp="1"/>
          </p:cNvSpPr>
          <p:nvPr>
            <p:ph type="title" idx="5"/>
          </p:nvPr>
        </p:nvSpPr>
        <p:spPr>
          <a:xfrm>
            <a:off x="5340025" y="733275"/>
            <a:ext cx="3287400" cy="91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2pPr>
            <a:lvl3pPr lvl="2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3pPr>
            <a:lvl4pPr lvl="3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4pPr>
            <a:lvl5pPr lvl="4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5pPr>
            <a:lvl6pPr lvl="5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6pPr>
            <a:lvl7pPr lvl="6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7pPr>
            <a:lvl8pPr lvl="7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8pPr>
            <a:lvl9pPr lvl="8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9pPr>
          </a:lstStyle>
          <a:p>
            <a:endParaRPr/>
          </a:p>
        </p:txBody>
      </p:sp>
      <p:sp>
        <p:nvSpPr>
          <p:cNvPr id="150" name="Google Shape;150;p19"/>
          <p:cNvSpPr>
            <a:spLocks noGrp="1"/>
          </p:cNvSpPr>
          <p:nvPr>
            <p:ph type="pic" idx="6"/>
          </p:nvPr>
        </p:nvSpPr>
        <p:spPr>
          <a:xfrm>
            <a:off x="6183250" y="3344750"/>
            <a:ext cx="2217000" cy="1051200"/>
          </a:xfrm>
          <a:prstGeom prst="rect">
            <a:avLst/>
          </a:prstGeom>
          <a:noFill/>
          <a:ln>
            <a:noFill/>
          </a:ln>
        </p:spPr>
      </p:sp>
      <p:sp>
        <p:nvSpPr>
          <p:cNvPr id="151" name="Google Shape;151;p19"/>
          <p:cNvSpPr txBox="1">
            <a:spLocks noGrp="1"/>
          </p:cNvSpPr>
          <p:nvPr>
            <p:ph type="title" idx="7"/>
          </p:nvPr>
        </p:nvSpPr>
        <p:spPr>
          <a:xfrm>
            <a:off x="4804625" y="2962500"/>
            <a:ext cx="1317600" cy="16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9" userDrawn="1">
          <p15:clr>
            <a:srgbClr val="E46962"/>
          </p15:clr>
        </p15:guide>
        <p15:guide id="2" pos="159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468" userDrawn="1">
          <p15:clr>
            <a:srgbClr val="E46962"/>
          </p15:clr>
        </p15:guide>
        <p15:guide id="6" pos="5292" userDrawn="1">
          <p15:clr>
            <a:srgbClr val="E46962"/>
          </p15:clr>
        </p15:guide>
        <p15:guide id="7" orient="horz" pos="468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duction - Alt 1">
  <p:cSld name="CUSTOM_1">
    <p:bg>
      <p:bgPr>
        <a:solidFill>
          <a:schemeClr val="accent2"/>
        </a:solidFill>
        <a:effectLst/>
      </p:bgPr>
    </p:bg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0"/>
          <p:cNvSpPr/>
          <p:nvPr/>
        </p:nvSpPr>
        <p:spPr>
          <a:xfrm>
            <a:off x="743700" y="2071975"/>
            <a:ext cx="357300" cy="510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54" name="Google Shape;154;p20"/>
          <p:cNvSpPr>
            <a:spLocks noGrp="1"/>
          </p:cNvSpPr>
          <p:nvPr>
            <p:ph type="pic" idx="2"/>
          </p:nvPr>
        </p:nvSpPr>
        <p:spPr>
          <a:xfrm>
            <a:off x="978875" y="2071975"/>
            <a:ext cx="3761700" cy="2680200"/>
          </a:xfrm>
          <a:prstGeom prst="rect">
            <a:avLst/>
          </a:prstGeom>
          <a:noFill/>
          <a:ln>
            <a:noFill/>
          </a:ln>
        </p:spPr>
      </p:sp>
      <p:sp>
        <p:nvSpPr>
          <p:cNvPr id="155" name="Google Shape;155;p20"/>
          <p:cNvSpPr/>
          <p:nvPr/>
        </p:nvSpPr>
        <p:spPr>
          <a:xfrm>
            <a:off x="743700" y="743700"/>
            <a:ext cx="4529700" cy="1350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56" name="Google Shape;156;p20"/>
          <p:cNvSpPr/>
          <p:nvPr/>
        </p:nvSpPr>
        <p:spPr>
          <a:xfrm>
            <a:off x="1285575" y="2039600"/>
            <a:ext cx="385200" cy="829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57" name="Google Shape;157;p20"/>
          <p:cNvSpPr/>
          <p:nvPr/>
        </p:nvSpPr>
        <p:spPr>
          <a:xfrm>
            <a:off x="742950" y="3098550"/>
            <a:ext cx="1359900" cy="492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58" name="Google Shape;158;p20"/>
          <p:cNvSpPr/>
          <p:nvPr/>
        </p:nvSpPr>
        <p:spPr>
          <a:xfrm>
            <a:off x="4718150" y="3884200"/>
            <a:ext cx="765000" cy="867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59" name="Google Shape;159;p20"/>
          <p:cNvSpPr/>
          <p:nvPr/>
        </p:nvSpPr>
        <p:spPr>
          <a:xfrm>
            <a:off x="3800525" y="2039600"/>
            <a:ext cx="1004100" cy="706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60" name="Google Shape;160;p20"/>
          <p:cNvSpPr/>
          <p:nvPr/>
        </p:nvSpPr>
        <p:spPr>
          <a:xfrm>
            <a:off x="4718150" y="378500"/>
            <a:ext cx="3552000" cy="402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61" name="Google Shape;161;p20"/>
          <p:cNvSpPr txBox="1">
            <a:spLocks noGrp="1"/>
          </p:cNvSpPr>
          <p:nvPr>
            <p:ph type="title"/>
          </p:nvPr>
        </p:nvSpPr>
        <p:spPr>
          <a:xfrm>
            <a:off x="4946700" y="623600"/>
            <a:ext cx="3093300" cy="1668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162" name="Google Shape;162;p20"/>
          <p:cNvSpPr>
            <a:spLocks noGrp="1"/>
          </p:cNvSpPr>
          <p:nvPr>
            <p:ph type="pic" idx="3"/>
          </p:nvPr>
        </p:nvSpPr>
        <p:spPr>
          <a:xfrm>
            <a:off x="742950" y="3591150"/>
            <a:ext cx="1359900" cy="970800"/>
          </a:xfrm>
          <a:prstGeom prst="rect">
            <a:avLst/>
          </a:prstGeom>
          <a:noFill/>
          <a:ln>
            <a:noFill/>
          </a:ln>
        </p:spPr>
      </p:sp>
      <p:sp>
        <p:nvSpPr>
          <p:cNvPr id="163" name="Google Shape;163;p20"/>
          <p:cNvSpPr txBox="1">
            <a:spLocks noGrp="1"/>
          </p:cNvSpPr>
          <p:nvPr>
            <p:ph type="title" idx="4"/>
          </p:nvPr>
        </p:nvSpPr>
        <p:spPr>
          <a:xfrm>
            <a:off x="883025" y="797467"/>
            <a:ext cx="3921600" cy="91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2pPr>
            <a:lvl3pPr lvl="2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3pPr>
            <a:lvl4pPr lvl="3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4pPr>
            <a:lvl5pPr lvl="4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5pPr>
            <a:lvl6pPr lvl="5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6pPr>
            <a:lvl7pPr lvl="6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7pPr>
            <a:lvl8pPr lvl="7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8pPr>
            <a:lvl9pPr lvl="8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9pPr>
          </a:lstStyle>
          <a:p>
            <a:endParaRPr/>
          </a:p>
        </p:txBody>
      </p:sp>
      <p:sp>
        <p:nvSpPr>
          <p:cNvPr id="164" name="Google Shape;164;p20"/>
          <p:cNvSpPr/>
          <p:nvPr/>
        </p:nvSpPr>
        <p:spPr>
          <a:xfrm>
            <a:off x="956075" y="1848025"/>
            <a:ext cx="357300" cy="593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65" name="Google Shape;165;p20"/>
          <p:cNvSpPr txBox="1">
            <a:spLocks noGrp="1"/>
          </p:cNvSpPr>
          <p:nvPr>
            <p:ph type="title" idx="5"/>
          </p:nvPr>
        </p:nvSpPr>
        <p:spPr>
          <a:xfrm>
            <a:off x="883025" y="1805225"/>
            <a:ext cx="3093300" cy="266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166" name="Google Shape;166;p20"/>
          <p:cNvSpPr txBox="1">
            <a:spLocks noGrp="1"/>
          </p:cNvSpPr>
          <p:nvPr>
            <p:ph type="title" idx="6"/>
          </p:nvPr>
        </p:nvSpPr>
        <p:spPr>
          <a:xfrm>
            <a:off x="812500" y="3259700"/>
            <a:ext cx="1463700" cy="451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9" userDrawn="1">
          <p15:clr>
            <a:srgbClr val="E46962"/>
          </p15:clr>
        </p15:guide>
        <p15:guide id="2" pos="159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468" userDrawn="1">
          <p15:clr>
            <a:srgbClr val="E46962"/>
          </p15:clr>
        </p15:guide>
        <p15:guide id="6" pos="5292" userDrawn="1">
          <p15:clr>
            <a:srgbClr val="E46962"/>
          </p15:clr>
        </p15:guide>
        <p15:guide id="7" orient="horz" pos="468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+ image">
  <p:cSld name="BLANK_1_1_1_1_1_1_1_1_1_1_1_1_1_1_2">
    <p:bg>
      <p:bgPr>
        <a:solidFill>
          <a:schemeClr val="dk1"/>
        </a:solid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1"/>
          <p:cNvSpPr txBox="1">
            <a:spLocks noGrp="1"/>
          </p:cNvSpPr>
          <p:nvPr>
            <p:ph type="body" idx="1"/>
          </p:nvPr>
        </p:nvSpPr>
        <p:spPr>
          <a:xfrm>
            <a:off x="3721600" y="3126450"/>
            <a:ext cx="1384800" cy="16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"/>
              <a:buChar char="■"/>
              <a:defRPr sz="1000"/>
            </a:lvl9pPr>
          </a:lstStyle>
          <a:p>
            <a:endParaRPr/>
          </a:p>
        </p:txBody>
      </p:sp>
      <p:sp>
        <p:nvSpPr>
          <p:cNvPr id="169" name="Google Shape;169;p21"/>
          <p:cNvSpPr>
            <a:spLocks noGrp="1"/>
          </p:cNvSpPr>
          <p:nvPr>
            <p:ph type="pic" idx="2"/>
          </p:nvPr>
        </p:nvSpPr>
        <p:spPr>
          <a:xfrm>
            <a:off x="0" y="0"/>
            <a:ext cx="2546700" cy="3583200"/>
          </a:xfrm>
          <a:prstGeom prst="rect">
            <a:avLst/>
          </a:prstGeom>
          <a:noFill/>
          <a:ln>
            <a:noFill/>
          </a:ln>
        </p:spPr>
      </p:sp>
      <p:sp>
        <p:nvSpPr>
          <p:cNvPr id="170" name="Google Shape;170;p21"/>
          <p:cNvSpPr>
            <a:spLocks noGrp="1"/>
          </p:cNvSpPr>
          <p:nvPr>
            <p:ph type="pic" idx="3"/>
          </p:nvPr>
        </p:nvSpPr>
        <p:spPr>
          <a:xfrm>
            <a:off x="280475" y="474638"/>
            <a:ext cx="2940900" cy="4668900"/>
          </a:xfrm>
          <a:prstGeom prst="rect">
            <a:avLst/>
          </a:prstGeom>
          <a:noFill/>
          <a:ln>
            <a:noFill/>
          </a:ln>
        </p:spPr>
      </p:sp>
      <p:sp>
        <p:nvSpPr>
          <p:cNvPr id="171" name="Google Shape;171;p21"/>
          <p:cNvSpPr/>
          <p:nvPr/>
        </p:nvSpPr>
        <p:spPr>
          <a:xfrm>
            <a:off x="3596536" y="253823"/>
            <a:ext cx="1082100" cy="3429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72" name="Google Shape;172;p21"/>
          <p:cNvSpPr txBox="1">
            <a:spLocks noGrp="1"/>
          </p:cNvSpPr>
          <p:nvPr>
            <p:ph type="body" idx="4"/>
          </p:nvPr>
        </p:nvSpPr>
        <p:spPr>
          <a:xfrm>
            <a:off x="5511500" y="3126450"/>
            <a:ext cx="1384800" cy="16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"/>
              <a:buChar char="■"/>
              <a:defRPr sz="1000"/>
            </a:lvl9pPr>
          </a:lstStyle>
          <a:p>
            <a:endParaRPr/>
          </a:p>
        </p:txBody>
      </p:sp>
      <p:sp>
        <p:nvSpPr>
          <p:cNvPr id="173" name="Google Shape;173;p21"/>
          <p:cNvSpPr txBox="1">
            <a:spLocks noGrp="1"/>
          </p:cNvSpPr>
          <p:nvPr>
            <p:ph type="body" idx="5"/>
          </p:nvPr>
        </p:nvSpPr>
        <p:spPr>
          <a:xfrm>
            <a:off x="7293076" y="3126450"/>
            <a:ext cx="1461000" cy="16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"/>
              <a:buChar char="■"/>
              <a:defRPr sz="1000"/>
            </a:lvl9pPr>
          </a:lstStyle>
          <a:p>
            <a:endParaRPr/>
          </a:p>
        </p:txBody>
      </p:sp>
      <p:sp>
        <p:nvSpPr>
          <p:cNvPr id="174" name="Google Shape;174;p21"/>
          <p:cNvSpPr txBox="1">
            <a:spLocks noGrp="1"/>
          </p:cNvSpPr>
          <p:nvPr>
            <p:ph type="title"/>
          </p:nvPr>
        </p:nvSpPr>
        <p:spPr>
          <a:xfrm>
            <a:off x="3598725" y="1485838"/>
            <a:ext cx="4801500" cy="751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175" name="Google Shape;175;p21"/>
          <p:cNvSpPr txBox="1">
            <a:spLocks noGrp="1"/>
          </p:cNvSpPr>
          <p:nvPr>
            <p:ph type="subTitle" idx="6"/>
          </p:nvPr>
        </p:nvSpPr>
        <p:spPr>
          <a:xfrm>
            <a:off x="3721600" y="2709275"/>
            <a:ext cx="1574700" cy="24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176" name="Google Shape;176;p21"/>
          <p:cNvSpPr txBox="1">
            <a:spLocks noGrp="1"/>
          </p:cNvSpPr>
          <p:nvPr>
            <p:ph type="subTitle" idx="7"/>
          </p:nvPr>
        </p:nvSpPr>
        <p:spPr>
          <a:xfrm>
            <a:off x="5511500" y="2709275"/>
            <a:ext cx="1574700" cy="24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177" name="Google Shape;177;p21"/>
          <p:cNvSpPr txBox="1">
            <a:spLocks noGrp="1"/>
          </p:cNvSpPr>
          <p:nvPr>
            <p:ph type="subTitle" idx="8"/>
          </p:nvPr>
        </p:nvSpPr>
        <p:spPr>
          <a:xfrm>
            <a:off x="7293076" y="2713624"/>
            <a:ext cx="1598400" cy="24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178" name="Google Shape;178;p21"/>
          <p:cNvSpPr txBox="1">
            <a:spLocks noGrp="1"/>
          </p:cNvSpPr>
          <p:nvPr>
            <p:ph type="title" idx="9"/>
          </p:nvPr>
        </p:nvSpPr>
        <p:spPr>
          <a:xfrm>
            <a:off x="3596525" y="522925"/>
            <a:ext cx="5295000" cy="836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500">
                <a:highlight>
                  <a:schemeClr val="accent5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9pPr>
          </a:lstStyle>
          <a:p>
            <a:endParaRPr/>
          </a:p>
        </p:txBody>
      </p:sp>
      <p:grpSp>
        <p:nvGrpSpPr>
          <p:cNvPr id="179" name="Google Shape;179;p21"/>
          <p:cNvGrpSpPr/>
          <p:nvPr/>
        </p:nvGrpSpPr>
        <p:grpSpPr>
          <a:xfrm>
            <a:off x="4430888" y="323039"/>
            <a:ext cx="149937" cy="118964"/>
            <a:chOff x="2601950" y="1974675"/>
            <a:chExt cx="2474200" cy="1963100"/>
          </a:xfrm>
        </p:grpSpPr>
        <p:sp>
          <p:nvSpPr>
            <p:cNvPr id="180" name="Google Shape;180;p21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1" name="Google Shape;181;p21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2" name="Google Shape;182;p21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3" name="Google Shape;183;p21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4" name="Google Shape;184;p21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5" name="Google Shape;185;p21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6" name="Google Shape;186;p21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187" name="Google Shape;187;p21"/>
          <p:cNvGrpSpPr/>
          <p:nvPr/>
        </p:nvGrpSpPr>
        <p:grpSpPr>
          <a:xfrm>
            <a:off x="3680513" y="323039"/>
            <a:ext cx="149937" cy="118964"/>
            <a:chOff x="2601950" y="1974675"/>
            <a:chExt cx="2474200" cy="1963100"/>
          </a:xfrm>
        </p:grpSpPr>
        <p:sp>
          <p:nvSpPr>
            <p:cNvPr id="188" name="Google Shape;188;p21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9" name="Google Shape;189;p21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0" name="Google Shape;190;p21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1" name="Google Shape;191;p21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2" name="Google Shape;192;p21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3" name="Google Shape;193;p21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4" name="Google Shape;194;p21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195" name="Google Shape;195;p21"/>
          <p:cNvGrpSpPr/>
          <p:nvPr/>
        </p:nvGrpSpPr>
        <p:grpSpPr>
          <a:xfrm>
            <a:off x="4062602" y="323039"/>
            <a:ext cx="149940" cy="118971"/>
            <a:chOff x="4062602" y="323039"/>
            <a:chExt cx="149940" cy="118971"/>
          </a:xfrm>
        </p:grpSpPr>
        <p:sp>
          <p:nvSpPr>
            <p:cNvPr id="196" name="Google Shape;196;p21"/>
            <p:cNvSpPr/>
            <p:nvPr/>
          </p:nvSpPr>
          <p:spPr>
            <a:xfrm>
              <a:off x="4062602" y="323039"/>
              <a:ext cx="37661" cy="37661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7" name="Google Shape;197;p21"/>
            <p:cNvSpPr/>
            <p:nvPr/>
          </p:nvSpPr>
          <p:spPr>
            <a:xfrm>
              <a:off x="4174877" y="323039"/>
              <a:ext cx="37661" cy="37661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8" name="Google Shape;198;p21"/>
            <p:cNvSpPr/>
            <p:nvPr/>
          </p:nvSpPr>
          <p:spPr>
            <a:xfrm>
              <a:off x="4062605" y="404350"/>
              <a:ext cx="149937" cy="3766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orient="horz" pos="3081" userDrawn="1">
          <p15:clr>
            <a:srgbClr val="E46962"/>
          </p15:clr>
        </p15:guide>
        <p15:guide id="4" pos="560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orient="horz" pos="159" userDrawn="1">
          <p15:clr>
            <a:srgbClr val="E46962"/>
          </p15:clr>
        </p15:guide>
        <p15:guide id="7" orient="horz" pos="2772" userDrawn="1">
          <p15:clr>
            <a:srgbClr val="E46962"/>
          </p15:clr>
        </p15:guide>
        <p15:guide id="8" pos="159" userDrawn="1">
          <p15:clr>
            <a:srgbClr val="E46962"/>
          </p15:clr>
        </p15:guide>
        <p15:guide id="9" pos="2268" userDrawn="1">
          <p15:clr>
            <a:srgbClr val="E46962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2">
  <p:cSld name="BLANK_1_1_1_1_1_1_1_1_1_1_1_1_1_1_2_2">
    <p:bg>
      <p:bgPr>
        <a:solidFill>
          <a:schemeClr val="accent4"/>
        </a:solidFill>
        <a:effectLst/>
      </p:bgPr>
    </p:bg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2"/>
          <p:cNvSpPr txBox="1">
            <a:spLocks noGrp="1"/>
          </p:cNvSpPr>
          <p:nvPr>
            <p:ph type="title"/>
          </p:nvPr>
        </p:nvSpPr>
        <p:spPr>
          <a:xfrm>
            <a:off x="245425" y="1563575"/>
            <a:ext cx="3155400" cy="94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201" name="Google Shape;201;p22"/>
          <p:cNvSpPr txBox="1">
            <a:spLocks noGrp="1"/>
          </p:cNvSpPr>
          <p:nvPr>
            <p:ph type="subTitle" idx="1"/>
          </p:nvPr>
        </p:nvSpPr>
        <p:spPr>
          <a:xfrm>
            <a:off x="364813" y="2715814"/>
            <a:ext cx="1527900" cy="24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02" name="Google Shape;202;p22"/>
          <p:cNvSpPr txBox="1">
            <a:spLocks noGrp="1"/>
          </p:cNvSpPr>
          <p:nvPr>
            <p:ph type="subTitle" idx="2"/>
          </p:nvPr>
        </p:nvSpPr>
        <p:spPr>
          <a:xfrm>
            <a:off x="3320475" y="2715814"/>
            <a:ext cx="1527900" cy="24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03" name="Google Shape;203;p22"/>
          <p:cNvSpPr txBox="1">
            <a:spLocks noGrp="1"/>
          </p:cNvSpPr>
          <p:nvPr>
            <p:ph type="subTitle" idx="3"/>
          </p:nvPr>
        </p:nvSpPr>
        <p:spPr>
          <a:xfrm>
            <a:off x="6273125" y="2715820"/>
            <a:ext cx="1548300" cy="24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04" name="Google Shape;204;p22"/>
          <p:cNvSpPr/>
          <p:nvPr/>
        </p:nvSpPr>
        <p:spPr>
          <a:xfrm>
            <a:off x="252611" y="253823"/>
            <a:ext cx="1082100" cy="3429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05" name="Google Shape;205;p22"/>
          <p:cNvSpPr txBox="1">
            <a:spLocks noGrp="1"/>
          </p:cNvSpPr>
          <p:nvPr>
            <p:ph type="title" idx="4"/>
          </p:nvPr>
        </p:nvSpPr>
        <p:spPr>
          <a:xfrm>
            <a:off x="252600" y="522925"/>
            <a:ext cx="5295000" cy="836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500">
                <a:highlight>
                  <a:schemeClr val="accent5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9pPr>
          </a:lstStyle>
          <a:p>
            <a:endParaRPr/>
          </a:p>
        </p:txBody>
      </p:sp>
      <p:grpSp>
        <p:nvGrpSpPr>
          <p:cNvPr id="206" name="Google Shape;206;p22"/>
          <p:cNvGrpSpPr/>
          <p:nvPr/>
        </p:nvGrpSpPr>
        <p:grpSpPr>
          <a:xfrm>
            <a:off x="1093863" y="323039"/>
            <a:ext cx="149937" cy="118964"/>
            <a:chOff x="2601950" y="1974675"/>
            <a:chExt cx="2474200" cy="1963100"/>
          </a:xfrm>
        </p:grpSpPr>
        <p:sp>
          <p:nvSpPr>
            <p:cNvPr id="207" name="Google Shape;207;p22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08" name="Google Shape;208;p22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09" name="Google Shape;209;p22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0" name="Google Shape;210;p22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1" name="Google Shape;211;p22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2" name="Google Shape;212;p22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3" name="Google Shape;213;p22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214" name="Google Shape;214;p22"/>
          <p:cNvGrpSpPr/>
          <p:nvPr/>
        </p:nvGrpSpPr>
        <p:grpSpPr>
          <a:xfrm>
            <a:off x="343488" y="323039"/>
            <a:ext cx="149937" cy="118964"/>
            <a:chOff x="2601950" y="1974675"/>
            <a:chExt cx="2474200" cy="1963100"/>
          </a:xfrm>
        </p:grpSpPr>
        <p:sp>
          <p:nvSpPr>
            <p:cNvPr id="215" name="Google Shape;215;p22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6" name="Google Shape;216;p22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7" name="Google Shape;217;p22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8" name="Google Shape;218;p22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9" name="Google Shape;219;p22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20" name="Google Shape;220;p22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21" name="Google Shape;221;p22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222" name="Google Shape;222;p22"/>
          <p:cNvGrpSpPr/>
          <p:nvPr/>
        </p:nvGrpSpPr>
        <p:grpSpPr>
          <a:xfrm>
            <a:off x="725577" y="323039"/>
            <a:ext cx="149940" cy="118971"/>
            <a:chOff x="4062602" y="323039"/>
            <a:chExt cx="149940" cy="118971"/>
          </a:xfrm>
        </p:grpSpPr>
        <p:sp>
          <p:nvSpPr>
            <p:cNvPr id="223" name="Google Shape;223;p22"/>
            <p:cNvSpPr/>
            <p:nvPr/>
          </p:nvSpPr>
          <p:spPr>
            <a:xfrm>
              <a:off x="4062602" y="323039"/>
              <a:ext cx="37661" cy="37661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24" name="Google Shape;224;p22"/>
            <p:cNvSpPr/>
            <p:nvPr/>
          </p:nvSpPr>
          <p:spPr>
            <a:xfrm>
              <a:off x="4174877" y="323039"/>
              <a:ext cx="37661" cy="37661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25" name="Google Shape;225;p22"/>
            <p:cNvSpPr/>
            <p:nvPr/>
          </p:nvSpPr>
          <p:spPr>
            <a:xfrm>
              <a:off x="4062605" y="404350"/>
              <a:ext cx="149937" cy="3766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sp>
        <p:nvSpPr>
          <p:cNvPr id="226" name="Google Shape;226;p22"/>
          <p:cNvSpPr txBox="1">
            <a:spLocks noGrp="1"/>
          </p:cNvSpPr>
          <p:nvPr>
            <p:ph type="body" idx="5"/>
          </p:nvPr>
        </p:nvSpPr>
        <p:spPr>
          <a:xfrm>
            <a:off x="364813" y="3126450"/>
            <a:ext cx="2471700" cy="16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"/>
              <a:buChar char="■"/>
              <a:defRPr sz="1000"/>
            </a:lvl9pPr>
          </a:lstStyle>
          <a:p>
            <a:endParaRPr/>
          </a:p>
        </p:txBody>
      </p:sp>
      <p:sp>
        <p:nvSpPr>
          <p:cNvPr id="227" name="Google Shape;227;p22"/>
          <p:cNvSpPr txBox="1">
            <a:spLocks noGrp="1"/>
          </p:cNvSpPr>
          <p:nvPr>
            <p:ph type="body" idx="6"/>
          </p:nvPr>
        </p:nvSpPr>
        <p:spPr>
          <a:xfrm>
            <a:off x="3320475" y="3126450"/>
            <a:ext cx="2471700" cy="16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"/>
              <a:buChar char="■"/>
              <a:defRPr sz="1000"/>
            </a:lvl9pPr>
          </a:lstStyle>
          <a:p>
            <a:endParaRPr/>
          </a:p>
        </p:txBody>
      </p:sp>
      <p:sp>
        <p:nvSpPr>
          <p:cNvPr id="228" name="Google Shape;228;p22"/>
          <p:cNvSpPr txBox="1">
            <a:spLocks noGrp="1"/>
          </p:cNvSpPr>
          <p:nvPr>
            <p:ph type="body" idx="7"/>
          </p:nvPr>
        </p:nvSpPr>
        <p:spPr>
          <a:xfrm>
            <a:off x="6273125" y="3126453"/>
            <a:ext cx="2443500" cy="16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orient="horz" pos="3081" userDrawn="1">
          <p15:clr>
            <a:srgbClr val="E46962"/>
          </p15:clr>
        </p15:guide>
        <p15:guide id="4" pos="560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orient="horz" pos="159" userDrawn="1">
          <p15:clr>
            <a:srgbClr val="E46962"/>
          </p15:clr>
        </p15:guide>
        <p15:guide id="7" orient="horz" pos="2772" userDrawn="1">
          <p15:clr>
            <a:srgbClr val="E46962"/>
          </p15:clr>
        </p15:guide>
        <p15:guide id="8" pos="159" userDrawn="1">
          <p15:clr>
            <a:srgbClr val="E46962"/>
          </p15:clr>
        </p15:guide>
        <p15:guide id="9" pos="2268" userDrawn="1">
          <p15:clr>
            <a:srgbClr val="E46962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1">
  <p:cSld name="BLANK_1_1_1_1_1_1_1_1_1_1_1_1_1_1">
    <p:bg>
      <p:bgPr>
        <a:solidFill>
          <a:schemeClr val="dk1"/>
        </a:solidFill>
        <a:effectLst/>
      </p:bgPr>
    </p:bg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23"/>
          <p:cNvSpPr txBox="1">
            <a:spLocks noGrp="1"/>
          </p:cNvSpPr>
          <p:nvPr>
            <p:ph type="title"/>
          </p:nvPr>
        </p:nvSpPr>
        <p:spPr>
          <a:xfrm>
            <a:off x="221375" y="223900"/>
            <a:ext cx="6668100" cy="466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Space Grotesk"/>
              <a:buNone/>
              <a:defRPr sz="35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31" name="Google Shape;231;p23"/>
          <p:cNvSpPr txBox="1">
            <a:spLocks noGrp="1"/>
          </p:cNvSpPr>
          <p:nvPr>
            <p:ph type="body" idx="1"/>
          </p:nvPr>
        </p:nvSpPr>
        <p:spPr>
          <a:xfrm>
            <a:off x="6197276" y="2370325"/>
            <a:ext cx="2416800" cy="252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32" name="Google Shape;232;p23"/>
          <p:cNvSpPr txBox="1">
            <a:spLocks noGrp="1"/>
          </p:cNvSpPr>
          <p:nvPr>
            <p:ph type="subTitle" idx="2"/>
          </p:nvPr>
        </p:nvSpPr>
        <p:spPr>
          <a:xfrm>
            <a:off x="3311200" y="1593874"/>
            <a:ext cx="2057700" cy="234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33" name="Google Shape;233;p23"/>
          <p:cNvSpPr txBox="1">
            <a:spLocks noGrp="1"/>
          </p:cNvSpPr>
          <p:nvPr>
            <p:ph type="subTitle" idx="3"/>
          </p:nvPr>
        </p:nvSpPr>
        <p:spPr>
          <a:xfrm>
            <a:off x="6294303" y="1593874"/>
            <a:ext cx="2034600" cy="234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34" name="Google Shape;234;p23"/>
          <p:cNvSpPr txBox="1">
            <a:spLocks noGrp="1"/>
          </p:cNvSpPr>
          <p:nvPr>
            <p:ph type="subTitle" idx="4"/>
          </p:nvPr>
        </p:nvSpPr>
        <p:spPr>
          <a:xfrm>
            <a:off x="252600" y="809250"/>
            <a:ext cx="2801700" cy="921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35" name="Google Shape;235;p23"/>
          <p:cNvSpPr txBox="1">
            <a:spLocks noGrp="1"/>
          </p:cNvSpPr>
          <p:nvPr>
            <p:ph type="body" idx="5"/>
          </p:nvPr>
        </p:nvSpPr>
        <p:spPr>
          <a:xfrm>
            <a:off x="3224231" y="2370325"/>
            <a:ext cx="2416800" cy="252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36" name="Google Shape;236;p23"/>
          <p:cNvSpPr txBox="1">
            <a:spLocks noGrp="1"/>
          </p:cNvSpPr>
          <p:nvPr>
            <p:ph type="body" idx="6"/>
          </p:nvPr>
        </p:nvSpPr>
        <p:spPr>
          <a:xfrm>
            <a:off x="252600" y="2370325"/>
            <a:ext cx="2187000" cy="646200"/>
          </a:xfrm>
          <a:prstGeom prst="rect">
            <a:avLst/>
          </a:prstGeom>
        </p:spPr>
        <p:txBody>
          <a:bodyPr spcFirstLastPara="1" wrap="square" lIns="0" tIns="0" rIns="0" bIns="90000" anchor="t" anchorCtr="0">
            <a:noAutofit/>
          </a:bodyPr>
          <a:lstStyle>
            <a:lvl1pPr marL="457200" lvl="0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Char char="●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marL="914400" lvl="1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○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L="1371600" lvl="2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■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L="1828800" lvl="3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●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L="2286000" lvl="4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○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L="2743200" lvl="5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■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L="3200400" lvl="6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●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L="3657600" lvl="7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○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L="4114800" lvl="8" indent="-323850">
              <a:spcBef>
                <a:spcPts val="800"/>
              </a:spcBef>
              <a:spcAft>
                <a:spcPts val="800"/>
              </a:spcAft>
              <a:buSzPts val="1500"/>
              <a:buFont typeface="Space Grotesk Medium"/>
              <a:buChar char="■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37" name="Google Shape;237;p23"/>
          <p:cNvSpPr txBox="1">
            <a:spLocks noGrp="1"/>
          </p:cNvSpPr>
          <p:nvPr>
            <p:ph type="body" idx="7"/>
          </p:nvPr>
        </p:nvSpPr>
        <p:spPr>
          <a:xfrm>
            <a:off x="252600" y="3039157"/>
            <a:ext cx="2118600" cy="876300"/>
          </a:xfrm>
          <a:prstGeom prst="rect">
            <a:avLst/>
          </a:prstGeom>
        </p:spPr>
        <p:txBody>
          <a:bodyPr spcFirstLastPara="1" wrap="square" lIns="0" tIns="0" rIns="0" bIns="9000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68" userDrawn="1">
          <p15:clr>
            <a:srgbClr val="E46962"/>
          </p15:clr>
        </p15:guide>
        <p15:guide id="2" pos="468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159" userDrawn="1">
          <p15:clr>
            <a:srgbClr val="E46962"/>
          </p15:clr>
        </p15:guide>
        <p15:guide id="6" pos="5292" userDrawn="1">
          <p15:clr>
            <a:srgbClr val="E46962"/>
          </p15:clr>
        </p15:guide>
        <p15:guide id="7" orient="horz" pos="2772" userDrawn="1">
          <p15:clr>
            <a:srgbClr val="E46962"/>
          </p15:clr>
        </p15:guide>
        <p15:guide id="8" orient="horz" pos="159" userDrawn="1">
          <p15:clr>
            <a:srgbClr val="E46962"/>
          </p15:clr>
        </p15:guide>
        <p15:guide id="9" orient="horz" pos="598" userDrawn="1">
          <p15:clr>
            <a:srgbClr val="E46962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ngo">
  <p:cSld name="BLANK_1_1_1_1_1_1_1_1_1_1_1_1_1_1_2_1_2">
    <p:bg>
      <p:bgPr>
        <a:solidFill>
          <a:schemeClr val="dk1"/>
        </a:solidFill>
        <a:effectLst/>
      </p:bgPr>
    </p:bg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24"/>
          <p:cNvSpPr txBox="1">
            <a:spLocks noGrp="1"/>
          </p:cNvSpPr>
          <p:nvPr>
            <p:ph type="subTitle" idx="1"/>
          </p:nvPr>
        </p:nvSpPr>
        <p:spPr>
          <a:xfrm>
            <a:off x="252600" y="809250"/>
            <a:ext cx="2801700" cy="921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40" name="Google Shape;240;p24"/>
          <p:cNvSpPr txBox="1">
            <a:spLocks noGrp="1"/>
          </p:cNvSpPr>
          <p:nvPr>
            <p:ph type="subTitle" idx="2"/>
          </p:nvPr>
        </p:nvSpPr>
        <p:spPr>
          <a:xfrm>
            <a:off x="252600" y="2831039"/>
            <a:ext cx="2734200" cy="49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41" name="Google Shape;241;p24"/>
          <p:cNvSpPr txBox="1">
            <a:spLocks noGrp="1"/>
          </p:cNvSpPr>
          <p:nvPr>
            <p:ph type="title"/>
          </p:nvPr>
        </p:nvSpPr>
        <p:spPr>
          <a:xfrm>
            <a:off x="7520025" y="949950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2" name="Google Shape;242;p24"/>
          <p:cNvSpPr txBox="1">
            <a:spLocks noGrp="1"/>
          </p:cNvSpPr>
          <p:nvPr>
            <p:ph type="title" idx="3"/>
          </p:nvPr>
        </p:nvSpPr>
        <p:spPr>
          <a:xfrm>
            <a:off x="4390704" y="2378650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3" name="Google Shape;243;p24"/>
          <p:cNvSpPr txBox="1">
            <a:spLocks noGrp="1"/>
          </p:cNvSpPr>
          <p:nvPr>
            <p:ph type="title" idx="4"/>
          </p:nvPr>
        </p:nvSpPr>
        <p:spPr>
          <a:xfrm>
            <a:off x="5919225" y="2264275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4" name="Google Shape;244;p24"/>
          <p:cNvSpPr txBox="1">
            <a:spLocks noGrp="1"/>
          </p:cNvSpPr>
          <p:nvPr>
            <p:ph type="title" idx="5"/>
          </p:nvPr>
        </p:nvSpPr>
        <p:spPr>
          <a:xfrm>
            <a:off x="7251700" y="2378650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accen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5" name="Google Shape;245;p24"/>
          <p:cNvSpPr txBox="1">
            <a:spLocks noGrp="1"/>
          </p:cNvSpPr>
          <p:nvPr>
            <p:ph type="title" idx="6"/>
          </p:nvPr>
        </p:nvSpPr>
        <p:spPr>
          <a:xfrm>
            <a:off x="4390704" y="3906725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accen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46" name="Google Shape;246;p24"/>
          <p:cNvSpPr txBox="1">
            <a:spLocks noGrp="1"/>
          </p:cNvSpPr>
          <p:nvPr>
            <p:ph type="title" idx="7"/>
          </p:nvPr>
        </p:nvSpPr>
        <p:spPr>
          <a:xfrm>
            <a:off x="5919225" y="3768600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7" name="Google Shape;247;p24"/>
          <p:cNvSpPr txBox="1">
            <a:spLocks noGrp="1"/>
          </p:cNvSpPr>
          <p:nvPr>
            <p:ph type="title" idx="8"/>
          </p:nvPr>
        </p:nvSpPr>
        <p:spPr>
          <a:xfrm>
            <a:off x="7520025" y="3641175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accent5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8" name="Google Shape;248;p24"/>
          <p:cNvSpPr txBox="1">
            <a:spLocks noGrp="1"/>
          </p:cNvSpPr>
          <p:nvPr>
            <p:ph type="title" idx="9"/>
          </p:nvPr>
        </p:nvSpPr>
        <p:spPr>
          <a:xfrm>
            <a:off x="4390704" y="898075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9" name="Google Shape;249;p24"/>
          <p:cNvSpPr txBox="1">
            <a:spLocks noGrp="1"/>
          </p:cNvSpPr>
          <p:nvPr>
            <p:ph type="title" idx="13"/>
          </p:nvPr>
        </p:nvSpPr>
        <p:spPr>
          <a:xfrm>
            <a:off x="5992500" y="977450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0" name="Google Shape;250;p24"/>
          <p:cNvSpPr txBox="1">
            <a:spLocks noGrp="1"/>
          </p:cNvSpPr>
          <p:nvPr>
            <p:ph type="title" idx="14"/>
          </p:nvPr>
        </p:nvSpPr>
        <p:spPr>
          <a:xfrm>
            <a:off x="257707" y="3448488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1" name="Google Shape;251;p24"/>
          <p:cNvSpPr txBox="1">
            <a:spLocks noGrp="1"/>
          </p:cNvSpPr>
          <p:nvPr>
            <p:ph type="title" idx="15"/>
          </p:nvPr>
        </p:nvSpPr>
        <p:spPr>
          <a:xfrm>
            <a:off x="257707" y="3961275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2" name="Google Shape;252;p24"/>
          <p:cNvSpPr txBox="1">
            <a:spLocks noGrp="1"/>
          </p:cNvSpPr>
          <p:nvPr>
            <p:ph type="title" idx="16"/>
          </p:nvPr>
        </p:nvSpPr>
        <p:spPr>
          <a:xfrm>
            <a:off x="1311836" y="3961287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3" name="Google Shape;253;p24"/>
          <p:cNvSpPr txBox="1">
            <a:spLocks noGrp="1"/>
          </p:cNvSpPr>
          <p:nvPr>
            <p:ph type="title" idx="17"/>
          </p:nvPr>
        </p:nvSpPr>
        <p:spPr>
          <a:xfrm>
            <a:off x="2365953" y="3961287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4" name="Google Shape;254;p24"/>
          <p:cNvSpPr txBox="1">
            <a:spLocks noGrp="1"/>
          </p:cNvSpPr>
          <p:nvPr>
            <p:ph type="title" idx="18"/>
          </p:nvPr>
        </p:nvSpPr>
        <p:spPr>
          <a:xfrm>
            <a:off x="257707" y="4474062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5" name="Google Shape;255;p24"/>
          <p:cNvSpPr txBox="1">
            <a:spLocks noGrp="1"/>
          </p:cNvSpPr>
          <p:nvPr>
            <p:ph type="title" idx="19"/>
          </p:nvPr>
        </p:nvSpPr>
        <p:spPr>
          <a:xfrm>
            <a:off x="1311836" y="4474074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6" name="Google Shape;256;p24"/>
          <p:cNvSpPr txBox="1">
            <a:spLocks noGrp="1"/>
          </p:cNvSpPr>
          <p:nvPr>
            <p:ph type="title" idx="20"/>
          </p:nvPr>
        </p:nvSpPr>
        <p:spPr>
          <a:xfrm>
            <a:off x="2365953" y="4474074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7" name="Google Shape;257;p24"/>
          <p:cNvSpPr txBox="1">
            <a:spLocks noGrp="1"/>
          </p:cNvSpPr>
          <p:nvPr>
            <p:ph type="title" idx="21"/>
          </p:nvPr>
        </p:nvSpPr>
        <p:spPr>
          <a:xfrm>
            <a:off x="1313187" y="3448500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8" name="Google Shape;258;p24"/>
          <p:cNvSpPr txBox="1">
            <a:spLocks noGrp="1"/>
          </p:cNvSpPr>
          <p:nvPr>
            <p:ph type="title" idx="22"/>
          </p:nvPr>
        </p:nvSpPr>
        <p:spPr>
          <a:xfrm>
            <a:off x="2365953" y="3448500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9" name="Google Shape;259;p24"/>
          <p:cNvSpPr txBox="1">
            <a:spLocks noGrp="1"/>
          </p:cNvSpPr>
          <p:nvPr>
            <p:ph type="title" idx="23"/>
          </p:nvPr>
        </p:nvSpPr>
        <p:spPr>
          <a:xfrm>
            <a:off x="216300" y="226194"/>
            <a:ext cx="4216200" cy="416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500"/>
              <a:buFont typeface="Space Grotesk"/>
              <a:buNone/>
              <a:defRPr sz="3500">
                <a:solidFill>
                  <a:schemeClr val="accent5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orient="horz" pos="3081" userDrawn="1">
          <p15:clr>
            <a:srgbClr val="E46962"/>
          </p15:clr>
        </p15:guide>
        <p15:guide id="4" pos="560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orient="horz" pos="159" userDrawn="1">
          <p15:clr>
            <a:srgbClr val="E46962"/>
          </p15:clr>
        </p15:guide>
        <p15:guide id="7" orient="horz" pos="2772" userDrawn="1">
          <p15:clr>
            <a:srgbClr val="E46962"/>
          </p15:clr>
        </p15:guide>
        <p15:guide id="8" pos="159" userDrawn="1">
          <p15:clr>
            <a:srgbClr val="E46962"/>
          </p15:clr>
        </p15:guide>
        <p15:guide id="9" pos="2268" userDrawn="1">
          <p15:clr>
            <a:srgbClr val="E46962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p">
  <p:cSld name="BLANK_1_1_1_1_1_1_1_1_1_1_1_1_1_1_1_1_2">
    <p:bg>
      <p:bgPr>
        <a:solidFill>
          <a:schemeClr val="dk1"/>
        </a:solidFill>
        <a:effectLst/>
      </p:bgPr>
    </p:bg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25"/>
          <p:cNvSpPr txBox="1">
            <a:spLocks noGrp="1"/>
          </p:cNvSpPr>
          <p:nvPr>
            <p:ph type="title"/>
          </p:nvPr>
        </p:nvSpPr>
        <p:spPr>
          <a:xfrm>
            <a:off x="236975" y="4424350"/>
            <a:ext cx="4213800" cy="542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500">
                <a:solidFill>
                  <a:schemeClr val="accent5"/>
                </a:solidFill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  <p:sp>
        <p:nvSpPr>
          <p:cNvPr id="262" name="Google Shape;262;p25"/>
          <p:cNvSpPr txBox="1">
            <a:spLocks noGrp="1"/>
          </p:cNvSpPr>
          <p:nvPr>
            <p:ph type="subTitle" idx="1"/>
          </p:nvPr>
        </p:nvSpPr>
        <p:spPr>
          <a:xfrm>
            <a:off x="6248450" y="4424346"/>
            <a:ext cx="2847300" cy="466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63" name="Google Shape;263;p25"/>
          <p:cNvSpPr txBox="1">
            <a:spLocks noGrp="1"/>
          </p:cNvSpPr>
          <p:nvPr>
            <p:ph type="subTitle" idx="2"/>
          </p:nvPr>
        </p:nvSpPr>
        <p:spPr>
          <a:xfrm>
            <a:off x="241825" y="2738350"/>
            <a:ext cx="1869600" cy="1603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grpSp>
        <p:nvGrpSpPr>
          <p:cNvPr id="264" name="Google Shape;264;p25"/>
          <p:cNvGrpSpPr/>
          <p:nvPr/>
        </p:nvGrpSpPr>
        <p:grpSpPr>
          <a:xfrm>
            <a:off x="925470" y="348801"/>
            <a:ext cx="7293054" cy="3993059"/>
            <a:chOff x="238125" y="713000"/>
            <a:chExt cx="7143750" cy="4289000"/>
          </a:xfrm>
        </p:grpSpPr>
        <p:sp>
          <p:nvSpPr>
            <p:cNvPr id="265" name="Google Shape;265;p25"/>
            <p:cNvSpPr/>
            <p:nvPr/>
          </p:nvSpPr>
          <p:spPr>
            <a:xfrm>
              <a:off x="1952625" y="3233400"/>
              <a:ext cx="950200" cy="1768600"/>
            </a:xfrm>
            <a:custGeom>
              <a:avLst/>
              <a:gdLst/>
              <a:ahLst/>
              <a:cxnLst/>
              <a:rect l="l" t="t" r="r" b="b"/>
              <a:pathLst>
                <a:path w="38008" h="70744" extrusionOk="0">
                  <a:moveTo>
                    <a:pt x="0" y="0"/>
                  </a:moveTo>
                  <a:lnTo>
                    <a:pt x="0" y="3607"/>
                  </a:lnTo>
                  <a:lnTo>
                    <a:pt x="3718" y="3607"/>
                  </a:lnTo>
                  <a:lnTo>
                    <a:pt x="3718" y="11153"/>
                  </a:lnTo>
                  <a:lnTo>
                    <a:pt x="0" y="11153"/>
                  </a:lnTo>
                  <a:lnTo>
                    <a:pt x="0" y="18533"/>
                  </a:lnTo>
                  <a:lnTo>
                    <a:pt x="3773" y="18533"/>
                  </a:lnTo>
                  <a:lnTo>
                    <a:pt x="3773" y="25968"/>
                  </a:lnTo>
                  <a:lnTo>
                    <a:pt x="7602" y="25968"/>
                  </a:lnTo>
                  <a:lnTo>
                    <a:pt x="7602" y="29741"/>
                  </a:lnTo>
                  <a:lnTo>
                    <a:pt x="11375" y="29741"/>
                  </a:lnTo>
                  <a:lnTo>
                    <a:pt x="11375" y="33513"/>
                  </a:lnTo>
                  <a:lnTo>
                    <a:pt x="11375" y="37286"/>
                  </a:lnTo>
                  <a:lnTo>
                    <a:pt x="7602" y="37286"/>
                  </a:lnTo>
                  <a:lnTo>
                    <a:pt x="7602" y="70744"/>
                  </a:lnTo>
                  <a:lnTo>
                    <a:pt x="11375" y="70744"/>
                  </a:lnTo>
                  <a:lnTo>
                    <a:pt x="11375" y="63309"/>
                  </a:lnTo>
                  <a:lnTo>
                    <a:pt x="15203" y="63309"/>
                  </a:lnTo>
                  <a:lnTo>
                    <a:pt x="15203" y="52101"/>
                  </a:lnTo>
                  <a:lnTo>
                    <a:pt x="22805" y="52101"/>
                  </a:lnTo>
                  <a:lnTo>
                    <a:pt x="22805" y="44611"/>
                  </a:lnTo>
                  <a:lnTo>
                    <a:pt x="26578" y="44611"/>
                  </a:lnTo>
                  <a:lnTo>
                    <a:pt x="26578" y="33458"/>
                  </a:lnTo>
                  <a:lnTo>
                    <a:pt x="34235" y="33458"/>
                  </a:lnTo>
                  <a:lnTo>
                    <a:pt x="34235" y="22250"/>
                  </a:lnTo>
                  <a:lnTo>
                    <a:pt x="38008" y="22250"/>
                  </a:lnTo>
                  <a:lnTo>
                    <a:pt x="38008" y="14815"/>
                  </a:lnTo>
                  <a:lnTo>
                    <a:pt x="34235" y="14815"/>
                  </a:lnTo>
                  <a:lnTo>
                    <a:pt x="34235" y="11153"/>
                  </a:lnTo>
                  <a:lnTo>
                    <a:pt x="26578" y="11153"/>
                  </a:lnTo>
                  <a:lnTo>
                    <a:pt x="26578" y="7380"/>
                  </a:lnTo>
                  <a:lnTo>
                    <a:pt x="22749" y="7380"/>
                  </a:lnTo>
                  <a:lnTo>
                    <a:pt x="22749" y="3607"/>
                  </a:lnTo>
                  <a:lnTo>
                    <a:pt x="18976" y="3607"/>
                  </a:lnTo>
                  <a:lnTo>
                    <a:pt x="1897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66" name="Google Shape;266;p25"/>
            <p:cNvSpPr/>
            <p:nvPr/>
          </p:nvSpPr>
          <p:spPr>
            <a:xfrm>
              <a:off x="5955875" y="3792400"/>
              <a:ext cx="756025" cy="835100"/>
            </a:xfrm>
            <a:custGeom>
              <a:avLst/>
              <a:gdLst/>
              <a:ahLst/>
              <a:cxnLst/>
              <a:rect l="l" t="t" r="r" b="b"/>
              <a:pathLst>
                <a:path w="30241" h="33404" extrusionOk="0">
                  <a:moveTo>
                    <a:pt x="11320" y="1"/>
                  </a:moveTo>
                  <a:lnTo>
                    <a:pt x="11320" y="3718"/>
                  </a:lnTo>
                  <a:lnTo>
                    <a:pt x="3719" y="3718"/>
                  </a:lnTo>
                  <a:lnTo>
                    <a:pt x="3719" y="7436"/>
                  </a:lnTo>
                  <a:lnTo>
                    <a:pt x="1" y="7436"/>
                  </a:lnTo>
                  <a:lnTo>
                    <a:pt x="1" y="25968"/>
                  </a:lnTo>
                  <a:lnTo>
                    <a:pt x="3663" y="25968"/>
                  </a:lnTo>
                  <a:lnTo>
                    <a:pt x="3663" y="22361"/>
                  </a:lnTo>
                  <a:lnTo>
                    <a:pt x="15149" y="22361"/>
                  </a:lnTo>
                  <a:lnTo>
                    <a:pt x="15149" y="26024"/>
                  </a:lnTo>
                  <a:lnTo>
                    <a:pt x="18922" y="26024"/>
                  </a:lnTo>
                  <a:lnTo>
                    <a:pt x="18922" y="29741"/>
                  </a:lnTo>
                  <a:lnTo>
                    <a:pt x="22750" y="29741"/>
                  </a:lnTo>
                  <a:lnTo>
                    <a:pt x="22750" y="33403"/>
                  </a:lnTo>
                  <a:lnTo>
                    <a:pt x="26579" y="33403"/>
                  </a:lnTo>
                  <a:lnTo>
                    <a:pt x="26579" y="22251"/>
                  </a:lnTo>
                  <a:lnTo>
                    <a:pt x="30241" y="22251"/>
                  </a:lnTo>
                  <a:lnTo>
                    <a:pt x="30241" y="11098"/>
                  </a:lnTo>
                  <a:lnTo>
                    <a:pt x="26523" y="11098"/>
                  </a:lnTo>
                  <a:lnTo>
                    <a:pt x="26523" y="7381"/>
                  </a:lnTo>
                  <a:lnTo>
                    <a:pt x="22695" y="7381"/>
                  </a:lnTo>
                  <a:lnTo>
                    <a:pt x="22695" y="1"/>
                  </a:lnTo>
                  <a:lnTo>
                    <a:pt x="18866" y="1"/>
                  </a:lnTo>
                  <a:lnTo>
                    <a:pt x="18866" y="3663"/>
                  </a:lnTo>
                  <a:lnTo>
                    <a:pt x="15093" y="3663"/>
                  </a:lnTo>
                  <a:lnTo>
                    <a:pt x="150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67" name="Google Shape;267;p25"/>
            <p:cNvSpPr/>
            <p:nvPr/>
          </p:nvSpPr>
          <p:spPr>
            <a:xfrm>
              <a:off x="5858775" y="3324950"/>
              <a:ext cx="283025" cy="277450"/>
            </a:xfrm>
            <a:custGeom>
              <a:avLst/>
              <a:gdLst/>
              <a:ahLst/>
              <a:cxnLst/>
              <a:rect l="l" t="t" r="r" b="b"/>
              <a:pathLst>
                <a:path w="11321" h="11098" extrusionOk="0">
                  <a:moveTo>
                    <a:pt x="3774" y="0"/>
                  </a:moveTo>
                  <a:lnTo>
                    <a:pt x="3774" y="3773"/>
                  </a:lnTo>
                  <a:lnTo>
                    <a:pt x="1" y="3773"/>
                  </a:lnTo>
                  <a:lnTo>
                    <a:pt x="1" y="11098"/>
                  </a:lnTo>
                  <a:lnTo>
                    <a:pt x="3774" y="11098"/>
                  </a:lnTo>
                  <a:lnTo>
                    <a:pt x="3774" y="7380"/>
                  </a:lnTo>
                  <a:lnTo>
                    <a:pt x="11320" y="7380"/>
                  </a:lnTo>
                  <a:lnTo>
                    <a:pt x="11320" y="3663"/>
                  </a:lnTo>
                  <a:lnTo>
                    <a:pt x="7492" y="3663"/>
                  </a:lnTo>
                  <a:lnTo>
                    <a:pt x="749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68" name="Google Shape;268;p25"/>
            <p:cNvSpPr/>
            <p:nvPr/>
          </p:nvSpPr>
          <p:spPr>
            <a:xfrm>
              <a:off x="1762575" y="2953200"/>
              <a:ext cx="187300" cy="274675"/>
            </a:xfrm>
            <a:custGeom>
              <a:avLst/>
              <a:gdLst/>
              <a:ahLst/>
              <a:cxnLst/>
              <a:rect l="l" t="t" r="r" b="b"/>
              <a:pathLst>
                <a:path w="7492" h="10987" extrusionOk="0">
                  <a:moveTo>
                    <a:pt x="0" y="0"/>
                  </a:moveTo>
                  <a:lnTo>
                    <a:pt x="0" y="7380"/>
                  </a:lnTo>
                  <a:lnTo>
                    <a:pt x="3774" y="7380"/>
                  </a:lnTo>
                  <a:lnTo>
                    <a:pt x="3774" y="10987"/>
                  </a:lnTo>
                  <a:lnTo>
                    <a:pt x="7491" y="10987"/>
                  </a:lnTo>
                  <a:lnTo>
                    <a:pt x="7491" y="3662"/>
                  </a:lnTo>
                  <a:lnTo>
                    <a:pt x="3718" y="3662"/>
                  </a:lnTo>
                  <a:lnTo>
                    <a:pt x="37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69" name="Google Shape;269;p25"/>
            <p:cNvSpPr/>
            <p:nvPr/>
          </p:nvSpPr>
          <p:spPr>
            <a:xfrm>
              <a:off x="6716050" y="1832400"/>
              <a:ext cx="187275" cy="277450"/>
            </a:xfrm>
            <a:custGeom>
              <a:avLst/>
              <a:gdLst/>
              <a:ahLst/>
              <a:cxnLst/>
              <a:rect l="l" t="t" r="r" b="b"/>
              <a:pathLst>
                <a:path w="7491" h="11098" extrusionOk="0">
                  <a:moveTo>
                    <a:pt x="3773" y="0"/>
                  </a:moveTo>
                  <a:lnTo>
                    <a:pt x="3773" y="3773"/>
                  </a:lnTo>
                  <a:lnTo>
                    <a:pt x="0" y="3773"/>
                  </a:lnTo>
                  <a:lnTo>
                    <a:pt x="0" y="11098"/>
                  </a:lnTo>
                  <a:lnTo>
                    <a:pt x="3718" y="11098"/>
                  </a:lnTo>
                  <a:lnTo>
                    <a:pt x="3718" y="7380"/>
                  </a:lnTo>
                  <a:lnTo>
                    <a:pt x="7491" y="7380"/>
                  </a:lnTo>
                  <a:lnTo>
                    <a:pt x="749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0" name="Google Shape;270;p25"/>
            <p:cNvSpPr/>
            <p:nvPr/>
          </p:nvSpPr>
          <p:spPr>
            <a:xfrm>
              <a:off x="4524375" y="3886725"/>
              <a:ext cx="91575" cy="274700"/>
            </a:xfrm>
            <a:custGeom>
              <a:avLst/>
              <a:gdLst/>
              <a:ahLst/>
              <a:cxnLst/>
              <a:rect l="l" t="t" r="r" b="b"/>
              <a:pathLst>
                <a:path w="3663" h="10988" extrusionOk="0">
                  <a:moveTo>
                    <a:pt x="0" y="1"/>
                  </a:moveTo>
                  <a:lnTo>
                    <a:pt x="0" y="10987"/>
                  </a:lnTo>
                  <a:lnTo>
                    <a:pt x="3662" y="10987"/>
                  </a:lnTo>
                  <a:lnTo>
                    <a:pt x="366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1" name="Google Shape;271;p25"/>
            <p:cNvSpPr/>
            <p:nvPr/>
          </p:nvSpPr>
          <p:spPr>
            <a:xfrm>
              <a:off x="5477325" y="807300"/>
              <a:ext cx="187300" cy="181750"/>
            </a:xfrm>
            <a:custGeom>
              <a:avLst/>
              <a:gdLst/>
              <a:ahLst/>
              <a:cxnLst/>
              <a:rect l="l" t="t" r="r" b="b"/>
              <a:pathLst>
                <a:path w="7492" h="7270" extrusionOk="0">
                  <a:moveTo>
                    <a:pt x="1" y="1"/>
                  </a:moveTo>
                  <a:lnTo>
                    <a:pt x="1" y="7270"/>
                  </a:lnTo>
                  <a:lnTo>
                    <a:pt x="7491" y="7270"/>
                  </a:lnTo>
                  <a:lnTo>
                    <a:pt x="7491" y="3608"/>
                  </a:lnTo>
                  <a:lnTo>
                    <a:pt x="3718" y="3608"/>
                  </a:lnTo>
                  <a:lnTo>
                    <a:pt x="371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2" name="Google Shape;272;p25"/>
            <p:cNvSpPr/>
            <p:nvPr/>
          </p:nvSpPr>
          <p:spPr>
            <a:xfrm>
              <a:off x="1951225" y="2765925"/>
              <a:ext cx="94350" cy="183150"/>
            </a:xfrm>
            <a:custGeom>
              <a:avLst/>
              <a:gdLst/>
              <a:ahLst/>
              <a:cxnLst/>
              <a:rect l="l" t="t" r="r" b="b"/>
              <a:pathLst>
                <a:path w="3774" h="7326" extrusionOk="0">
                  <a:moveTo>
                    <a:pt x="1" y="1"/>
                  </a:moveTo>
                  <a:lnTo>
                    <a:pt x="1" y="7325"/>
                  </a:lnTo>
                  <a:lnTo>
                    <a:pt x="3774" y="7325"/>
                  </a:lnTo>
                  <a:lnTo>
                    <a:pt x="377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3" name="Google Shape;273;p25"/>
            <p:cNvSpPr/>
            <p:nvPr/>
          </p:nvSpPr>
          <p:spPr>
            <a:xfrm>
              <a:off x="3859925" y="900250"/>
              <a:ext cx="91575" cy="183125"/>
            </a:xfrm>
            <a:custGeom>
              <a:avLst/>
              <a:gdLst/>
              <a:ahLst/>
              <a:cxnLst/>
              <a:rect l="l" t="t" r="r" b="b"/>
              <a:pathLst>
                <a:path w="3663" h="7325" extrusionOk="0">
                  <a:moveTo>
                    <a:pt x="0" y="0"/>
                  </a:moveTo>
                  <a:lnTo>
                    <a:pt x="0" y="7325"/>
                  </a:lnTo>
                  <a:lnTo>
                    <a:pt x="3552" y="7325"/>
                  </a:lnTo>
                  <a:lnTo>
                    <a:pt x="3607" y="6770"/>
                  </a:lnTo>
                  <a:lnTo>
                    <a:pt x="3663" y="5826"/>
                  </a:lnTo>
                  <a:lnTo>
                    <a:pt x="3663" y="3496"/>
                  </a:lnTo>
                  <a:lnTo>
                    <a:pt x="3607" y="1221"/>
                  </a:lnTo>
                  <a:lnTo>
                    <a:pt x="3552" y="389"/>
                  </a:lnTo>
                  <a:lnTo>
                    <a:pt x="349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4" name="Google Shape;274;p25"/>
            <p:cNvSpPr/>
            <p:nvPr/>
          </p:nvSpPr>
          <p:spPr>
            <a:xfrm>
              <a:off x="7097500" y="4444350"/>
              <a:ext cx="92950" cy="183150"/>
            </a:xfrm>
            <a:custGeom>
              <a:avLst/>
              <a:gdLst/>
              <a:ahLst/>
              <a:cxnLst/>
              <a:rect l="l" t="t" r="r" b="b"/>
              <a:pathLst>
                <a:path w="3718" h="7326" extrusionOk="0">
                  <a:moveTo>
                    <a:pt x="1" y="1"/>
                  </a:moveTo>
                  <a:lnTo>
                    <a:pt x="1" y="7325"/>
                  </a:lnTo>
                  <a:lnTo>
                    <a:pt x="3718" y="7325"/>
                  </a:lnTo>
                  <a:lnTo>
                    <a:pt x="3718" y="5494"/>
                  </a:lnTo>
                  <a:lnTo>
                    <a:pt x="3718" y="3663"/>
                  </a:lnTo>
                  <a:lnTo>
                    <a:pt x="3718" y="1832"/>
                  </a:lnTo>
                  <a:lnTo>
                    <a:pt x="366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5" name="Google Shape;275;p25"/>
            <p:cNvSpPr/>
            <p:nvPr/>
          </p:nvSpPr>
          <p:spPr>
            <a:xfrm>
              <a:off x="3477075" y="1832400"/>
              <a:ext cx="91575" cy="184525"/>
            </a:xfrm>
            <a:custGeom>
              <a:avLst/>
              <a:gdLst/>
              <a:ahLst/>
              <a:cxnLst/>
              <a:rect l="l" t="t" r="r" b="b"/>
              <a:pathLst>
                <a:path w="3663" h="7381" extrusionOk="0">
                  <a:moveTo>
                    <a:pt x="1" y="0"/>
                  </a:moveTo>
                  <a:lnTo>
                    <a:pt x="1" y="7380"/>
                  </a:lnTo>
                  <a:lnTo>
                    <a:pt x="3663" y="7380"/>
                  </a:lnTo>
                  <a:lnTo>
                    <a:pt x="366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6" name="Google Shape;276;p25"/>
            <p:cNvSpPr/>
            <p:nvPr/>
          </p:nvSpPr>
          <p:spPr>
            <a:xfrm>
              <a:off x="3191325" y="1553575"/>
              <a:ext cx="187300" cy="88825"/>
            </a:xfrm>
            <a:custGeom>
              <a:avLst/>
              <a:gdLst/>
              <a:ahLst/>
              <a:cxnLst/>
              <a:rect l="l" t="t" r="r" b="b"/>
              <a:pathLst>
                <a:path w="7492" h="3553" extrusionOk="0">
                  <a:moveTo>
                    <a:pt x="0" y="1"/>
                  </a:moveTo>
                  <a:lnTo>
                    <a:pt x="0" y="3552"/>
                  </a:lnTo>
                  <a:lnTo>
                    <a:pt x="7491" y="3552"/>
                  </a:lnTo>
                  <a:lnTo>
                    <a:pt x="749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7" name="Google Shape;277;p25"/>
            <p:cNvSpPr/>
            <p:nvPr/>
          </p:nvSpPr>
          <p:spPr>
            <a:xfrm>
              <a:off x="6430275" y="3605150"/>
              <a:ext cx="187300" cy="90200"/>
            </a:xfrm>
            <a:custGeom>
              <a:avLst/>
              <a:gdLst/>
              <a:ahLst/>
              <a:cxnLst/>
              <a:rect l="l" t="t" r="r" b="b"/>
              <a:pathLst>
                <a:path w="7492" h="3608" extrusionOk="0">
                  <a:moveTo>
                    <a:pt x="1" y="0"/>
                  </a:moveTo>
                  <a:lnTo>
                    <a:pt x="1" y="3607"/>
                  </a:lnTo>
                  <a:lnTo>
                    <a:pt x="7492" y="3607"/>
                  </a:lnTo>
                  <a:lnTo>
                    <a:pt x="749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8" name="Google Shape;278;p25"/>
            <p:cNvSpPr/>
            <p:nvPr/>
          </p:nvSpPr>
          <p:spPr>
            <a:xfrm>
              <a:off x="6240250" y="3513600"/>
              <a:ext cx="187300" cy="88800"/>
            </a:xfrm>
            <a:custGeom>
              <a:avLst/>
              <a:gdLst/>
              <a:ahLst/>
              <a:cxnLst/>
              <a:rect l="l" t="t" r="r" b="b"/>
              <a:pathLst>
                <a:path w="7492" h="3552" extrusionOk="0">
                  <a:moveTo>
                    <a:pt x="0" y="0"/>
                  </a:moveTo>
                  <a:lnTo>
                    <a:pt x="0" y="3552"/>
                  </a:lnTo>
                  <a:lnTo>
                    <a:pt x="7491" y="3552"/>
                  </a:lnTo>
                  <a:lnTo>
                    <a:pt x="749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9" name="Google Shape;279;p25"/>
            <p:cNvSpPr/>
            <p:nvPr/>
          </p:nvSpPr>
          <p:spPr>
            <a:xfrm>
              <a:off x="2142650" y="2953200"/>
              <a:ext cx="92975" cy="88800"/>
            </a:xfrm>
            <a:custGeom>
              <a:avLst/>
              <a:gdLst/>
              <a:ahLst/>
              <a:cxnLst/>
              <a:rect l="l" t="t" r="r" b="b"/>
              <a:pathLst>
                <a:path w="3719" h="3552" extrusionOk="0">
                  <a:moveTo>
                    <a:pt x="1" y="0"/>
                  </a:moveTo>
                  <a:lnTo>
                    <a:pt x="1" y="3552"/>
                  </a:lnTo>
                  <a:lnTo>
                    <a:pt x="3718" y="3552"/>
                  </a:lnTo>
                  <a:lnTo>
                    <a:pt x="37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0" name="Google Shape;280;p25"/>
            <p:cNvSpPr/>
            <p:nvPr/>
          </p:nvSpPr>
          <p:spPr>
            <a:xfrm>
              <a:off x="4048575" y="898875"/>
              <a:ext cx="92975" cy="90175"/>
            </a:xfrm>
            <a:custGeom>
              <a:avLst/>
              <a:gdLst/>
              <a:ahLst/>
              <a:cxnLst/>
              <a:rect l="l" t="t" r="r" b="b"/>
              <a:pathLst>
                <a:path w="3719" h="3607" extrusionOk="0">
                  <a:moveTo>
                    <a:pt x="1" y="0"/>
                  </a:moveTo>
                  <a:lnTo>
                    <a:pt x="1" y="3607"/>
                  </a:lnTo>
                  <a:lnTo>
                    <a:pt x="3718" y="3607"/>
                  </a:lnTo>
                  <a:lnTo>
                    <a:pt x="37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1" name="Google Shape;281;p25"/>
            <p:cNvSpPr/>
            <p:nvPr/>
          </p:nvSpPr>
          <p:spPr>
            <a:xfrm>
              <a:off x="5191575" y="3233400"/>
              <a:ext cx="92975" cy="88800"/>
            </a:xfrm>
            <a:custGeom>
              <a:avLst/>
              <a:gdLst/>
              <a:ahLst/>
              <a:cxnLst/>
              <a:rect l="l" t="t" r="r" b="b"/>
              <a:pathLst>
                <a:path w="3719" h="3552" extrusionOk="0">
                  <a:moveTo>
                    <a:pt x="1" y="0"/>
                  </a:moveTo>
                  <a:lnTo>
                    <a:pt x="1" y="3552"/>
                  </a:lnTo>
                  <a:lnTo>
                    <a:pt x="3718" y="3552"/>
                  </a:lnTo>
                  <a:lnTo>
                    <a:pt x="37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2" name="Google Shape;282;p25"/>
            <p:cNvSpPr/>
            <p:nvPr/>
          </p:nvSpPr>
          <p:spPr>
            <a:xfrm>
              <a:off x="7001800" y="4631625"/>
              <a:ext cx="91575" cy="90175"/>
            </a:xfrm>
            <a:custGeom>
              <a:avLst/>
              <a:gdLst/>
              <a:ahLst/>
              <a:cxnLst/>
              <a:rect l="l" t="t" r="r" b="b"/>
              <a:pathLst>
                <a:path w="3663" h="3607" extrusionOk="0">
                  <a:moveTo>
                    <a:pt x="0" y="0"/>
                  </a:moveTo>
                  <a:lnTo>
                    <a:pt x="0" y="3607"/>
                  </a:lnTo>
                  <a:lnTo>
                    <a:pt x="3662" y="3607"/>
                  </a:lnTo>
                  <a:lnTo>
                    <a:pt x="366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3" name="Google Shape;283;p25"/>
            <p:cNvSpPr/>
            <p:nvPr/>
          </p:nvSpPr>
          <p:spPr>
            <a:xfrm>
              <a:off x="5573025" y="3419275"/>
              <a:ext cx="91600" cy="88800"/>
            </a:xfrm>
            <a:custGeom>
              <a:avLst/>
              <a:gdLst/>
              <a:ahLst/>
              <a:cxnLst/>
              <a:rect l="l" t="t" r="r" b="b"/>
              <a:pathLst>
                <a:path w="3664" h="3552" extrusionOk="0">
                  <a:moveTo>
                    <a:pt x="1" y="0"/>
                  </a:moveTo>
                  <a:lnTo>
                    <a:pt x="1" y="3552"/>
                  </a:lnTo>
                  <a:lnTo>
                    <a:pt x="3663" y="3552"/>
                  </a:lnTo>
                  <a:lnTo>
                    <a:pt x="366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4" name="Google Shape;284;p25"/>
            <p:cNvSpPr/>
            <p:nvPr/>
          </p:nvSpPr>
          <p:spPr>
            <a:xfrm>
              <a:off x="6240250" y="2580050"/>
              <a:ext cx="92975" cy="88825"/>
            </a:xfrm>
            <a:custGeom>
              <a:avLst/>
              <a:gdLst/>
              <a:ahLst/>
              <a:cxnLst/>
              <a:rect l="l" t="t" r="r" b="b"/>
              <a:pathLst>
                <a:path w="3719" h="3553" extrusionOk="0">
                  <a:moveTo>
                    <a:pt x="0" y="1"/>
                  </a:moveTo>
                  <a:lnTo>
                    <a:pt x="0" y="3552"/>
                  </a:lnTo>
                  <a:lnTo>
                    <a:pt x="3718" y="3552"/>
                  </a:lnTo>
                  <a:lnTo>
                    <a:pt x="371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5" name="Google Shape;285;p25"/>
            <p:cNvSpPr/>
            <p:nvPr/>
          </p:nvSpPr>
          <p:spPr>
            <a:xfrm>
              <a:off x="3381375" y="2018275"/>
              <a:ext cx="91575" cy="90200"/>
            </a:xfrm>
            <a:custGeom>
              <a:avLst/>
              <a:gdLst/>
              <a:ahLst/>
              <a:cxnLst/>
              <a:rect l="l" t="t" r="r" b="b"/>
              <a:pathLst>
                <a:path w="3663" h="3608" extrusionOk="0">
                  <a:moveTo>
                    <a:pt x="0" y="1"/>
                  </a:moveTo>
                  <a:lnTo>
                    <a:pt x="0" y="3607"/>
                  </a:lnTo>
                  <a:lnTo>
                    <a:pt x="3662" y="3607"/>
                  </a:lnTo>
                  <a:lnTo>
                    <a:pt x="366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6" name="Google Shape;286;p25"/>
            <p:cNvSpPr/>
            <p:nvPr/>
          </p:nvSpPr>
          <p:spPr>
            <a:xfrm>
              <a:off x="1191075" y="993175"/>
              <a:ext cx="91575" cy="90200"/>
            </a:xfrm>
            <a:custGeom>
              <a:avLst/>
              <a:gdLst/>
              <a:ahLst/>
              <a:cxnLst/>
              <a:rect l="l" t="t" r="r" b="b"/>
              <a:pathLst>
                <a:path w="3663" h="3608" extrusionOk="0">
                  <a:moveTo>
                    <a:pt x="0" y="1"/>
                  </a:moveTo>
                  <a:lnTo>
                    <a:pt x="0" y="3608"/>
                  </a:lnTo>
                  <a:lnTo>
                    <a:pt x="3663" y="3608"/>
                  </a:lnTo>
                  <a:lnTo>
                    <a:pt x="366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7" name="Google Shape;287;p25"/>
            <p:cNvSpPr/>
            <p:nvPr/>
          </p:nvSpPr>
          <p:spPr>
            <a:xfrm>
              <a:off x="3572775" y="2019650"/>
              <a:ext cx="91600" cy="88825"/>
            </a:xfrm>
            <a:custGeom>
              <a:avLst/>
              <a:gdLst/>
              <a:ahLst/>
              <a:cxnLst/>
              <a:rect l="l" t="t" r="r" b="b"/>
              <a:pathLst>
                <a:path w="3664" h="3553" extrusionOk="0">
                  <a:moveTo>
                    <a:pt x="1" y="1"/>
                  </a:moveTo>
                  <a:lnTo>
                    <a:pt x="1" y="3552"/>
                  </a:lnTo>
                  <a:lnTo>
                    <a:pt x="3663" y="3552"/>
                  </a:lnTo>
                  <a:lnTo>
                    <a:pt x="366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8" name="Google Shape;288;p25"/>
            <p:cNvSpPr/>
            <p:nvPr/>
          </p:nvSpPr>
          <p:spPr>
            <a:xfrm>
              <a:off x="6908850" y="3976900"/>
              <a:ext cx="88800" cy="92950"/>
            </a:xfrm>
            <a:custGeom>
              <a:avLst/>
              <a:gdLst/>
              <a:ahLst/>
              <a:cxnLst/>
              <a:rect l="l" t="t" r="r" b="b"/>
              <a:pathLst>
                <a:path w="3552" h="3718" extrusionOk="0">
                  <a:moveTo>
                    <a:pt x="833" y="1"/>
                  </a:moveTo>
                  <a:lnTo>
                    <a:pt x="0" y="56"/>
                  </a:lnTo>
                  <a:lnTo>
                    <a:pt x="0" y="3718"/>
                  </a:lnTo>
                  <a:lnTo>
                    <a:pt x="3552" y="3718"/>
                  </a:lnTo>
                  <a:lnTo>
                    <a:pt x="3552" y="56"/>
                  </a:lnTo>
                  <a:lnTo>
                    <a:pt x="172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9" name="Google Shape;289;p25"/>
            <p:cNvSpPr/>
            <p:nvPr/>
          </p:nvSpPr>
          <p:spPr>
            <a:xfrm>
              <a:off x="4811500" y="1086125"/>
              <a:ext cx="91575" cy="90200"/>
            </a:xfrm>
            <a:custGeom>
              <a:avLst/>
              <a:gdLst/>
              <a:ahLst/>
              <a:cxnLst/>
              <a:rect l="l" t="t" r="r" b="b"/>
              <a:pathLst>
                <a:path w="3663" h="3608" extrusionOk="0">
                  <a:moveTo>
                    <a:pt x="0" y="1"/>
                  </a:moveTo>
                  <a:lnTo>
                    <a:pt x="0" y="3607"/>
                  </a:lnTo>
                  <a:lnTo>
                    <a:pt x="3663" y="3607"/>
                  </a:lnTo>
                  <a:lnTo>
                    <a:pt x="366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0" name="Google Shape;290;p25"/>
            <p:cNvSpPr/>
            <p:nvPr/>
          </p:nvSpPr>
          <p:spPr>
            <a:xfrm>
              <a:off x="5668750" y="3512200"/>
              <a:ext cx="90200" cy="90200"/>
            </a:xfrm>
            <a:custGeom>
              <a:avLst/>
              <a:gdLst/>
              <a:ahLst/>
              <a:cxnLst/>
              <a:rect l="l" t="t" r="r" b="b"/>
              <a:pathLst>
                <a:path w="3608" h="3608" extrusionOk="0">
                  <a:moveTo>
                    <a:pt x="0" y="1"/>
                  </a:moveTo>
                  <a:lnTo>
                    <a:pt x="0" y="3608"/>
                  </a:lnTo>
                  <a:lnTo>
                    <a:pt x="3607" y="3608"/>
                  </a:lnTo>
                  <a:lnTo>
                    <a:pt x="360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1" name="Google Shape;291;p25"/>
            <p:cNvSpPr/>
            <p:nvPr/>
          </p:nvSpPr>
          <p:spPr>
            <a:xfrm>
              <a:off x="5761700" y="3605150"/>
              <a:ext cx="92950" cy="88800"/>
            </a:xfrm>
            <a:custGeom>
              <a:avLst/>
              <a:gdLst/>
              <a:ahLst/>
              <a:cxnLst/>
              <a:rect l="l" t="t" r="r" b="b"/>
              <a:pathLst>
                <a:path w="3718" h="3552" extrusionOk="0">
                  <a:moveTo>
                    <a:pt x="56" y="0"/>
                  </a:moveTo>
                  <a:lnTo>
                    <a:pt x="0" y="1776"/>
                  </a:lnTo>
                  <a:lnTo>
                    <a:pt x="56" y="3552"/>
                  </a:lnTo>
                  <a:lnTo>
                    <a:pt x="3718" y="3552"/>
                  </a:lnTo>
                  <a:lnTo>
                    <a:pt x="37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2" name="Google Shape;292;p25"/>
            <p:cNvSpPr/>
            <p:nvPr/>
          </p:nvSpPr>
          <p:spPr>
            <a:xfrm>
              <a:off x="4717175" y="805925"/>
              <a:ext cx="90200" cy="91575"/>
            </a:xfrm>
            <a:custGeom>
              <a:avLst/>
              <a:gdLst/>
              <a:ahLst/>
              <a:cxnLst/>
              <a:rect l="l" t="t" r="r" b="b"/>
              <a:pathLst>
                <a:path w="3608" h="3663" extrusionOk="0">
                  <a:moveTo>
                    <a:pt x="0" y="1"/>
                  </a:moveTo>
                  <a:lnTo>
                    <a:pt x="0" y="3663"/>
                  </a:lnTo>
                  <a:lnTo>
                    <a:pt x="3607" y="3663"/>
                  </a:lnTo>
                  <a:lnTo>
                    <a:pt x="360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3" name="Google Shape;293;p25"/>
            <p:cNvSpPr/>
            <p:nvPr/>
          </p:nvSpPr>
          <p:spPr>
            <a:xfrm>
              <a:off x="4715775" y="1180450"/>
              <a:ext cx="90200" cy="88800"/>
            </a:xfrm>
            <a:custGeom>
              <a:avLst/>
              <a:gdLst/>
              <a:ahLst/>
              <a:cxnLst/>
              <a:rect l="l" t="t" r="r" b="b"/>
              <a:pathLst>
                <a:path w="3608" h="3552" extrusionOk="0">
                  <a:moveTo>
                    <a:pt x="1" y="0"/>
                  </a:moveTo>
                  <a:lnTo>
                    <a:pt x="1" y="3552"/>
                  </a:lnTo>
                  <a:lnTo>
                    <a:pt x="3608" y="3552"/>
                  </a:lnTo>
                  <a:lnTo>
                    <a:pt x="360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4" name="Google Shape;294;p25"/>
            <p:cNvSpPr/>
            <p:nvPr/>
          </p:nvSpPr>
          <p:spPr>
            <a:xfrm>
              <a:off x="4618700" y="1273375"/>
              <a:ext cx="94350" cy="90200"/>
            </a:xfrm>
            <a:custGeom>
              <a:avLst/>
              <a:gdLst/>
              <a:ahLst/>
              <a:cxnLst/>
              <a:rect l="l" t="t" r="r" b="b"/>
              <a:pathLst>
                <a:path w="3774" h="3608" extrusionOk="0">
                  <a:moveTo>
                    <a:pt x="0" y="1"/>
                  </a:moveTo>
                  <a:lnTo>
                    <a:pt x="0" y="3608"/>
                  </a:lnTo>
                  <a:lnTo>
                    <a:pt x="3773" y="3608"/>
                  </a:lnTo>
                  <a:lnTo>
                    <a:pt x="377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5" name="Google Shape;295;p25"/>
            <p:cNvSpPr/>
            <p:nvPr/>
          </p:nvSpPr>
          <p:spPr>
            <a:xfrm>
              <a:off x="238125" y="713000"/>
              <a:ext cx="3140500" cy="2329000"/>
            </a:xfrm>
            <a:custGeom>
              <a:avLst/>
              <a:gdLst/>
              <a:ahLst/>
              <a:cxnLst/>
              <a:rect l="l" t="t" r="r" b="b"/>
              <a:pathLst>
                <a:path w="125620" h="93160" extrusionOk="0">
                  <a:moveTo>
                    <a:pt x="64696" y="18643"/>
                  </a:moveTo>
                  <a:lnTo>
                    <a:pt x="64696" y="22305"/>
                  </a:lnTo>
                  <a:lnTo>
                    <a:pt x="60923" y="22305"/>
                  </a:lnTo>
                  <a:lnTo>
                    <a:pt x="60923" y="18643"/>
                  </a:lnTo>
                  <a:close/>
                  <a:moveTo>
                    <a:pt x="64696" y="26133"/>
                  </a:moveTo>
                  <a:lnTo>
                    <a:pt x="64696" y="29796"/>
                  </a:lnTo>
                  <a:lnTo>
                    <a:pt x="60923" y="29796"/>
                  </a:lnTo>
                  <a:lnTo>
                    <a:pt x="60923" y="26133"/>
                  </a:lnTo>
                  <a:close/>
                  <a:moveTo>
                    <a:pt x="68525" y="0"/>
                  </a:moveTo>
                  <a:lnTo>
                    <a:pt x="68525" y="3718"/>
                  </a:lnTo>
                  <a:lnTo>
                    <a:pt x="57150" y="3718"/>
                  </a:lnTo>
                  <a:lnTo>
                    <a:pt x="57150" y="11097"/>
                  </a:lnTo>
                  <a:lnTo>
                    <a:pt x="64696" y="11097"/>
                  </a:lnTo>
                  <a:lnTo>
                    <a:pt x="64696" y="14926"/>
                  </a:lnTo>
                  <a:lnTo>
                    <a:pt x="53377" y="14926"/>
                  </a:lnTo>
                  <a:lnTo>
                    <a:pt x="53377" y="26078"/>
                  </a:lnTo>
                  <a:lnTo>
                    <a:pt x="57095" y="26078"/>
                  </a:lnTo>
                  <a:lnTo>
                    <a:pt x="57095" y="29796"/>
                  </a:lnTo>
                  <a:lnTo>
                    <a:pt x="53211" y="29796"/>
                  </a:lnTo>
                  <a:lnTo>
                    <a:pt x="53211" y="26078"/>
                  </a:lnTo>
                  <a:lnTo>
                    <a:pt x="49438" y="26078"/>
                  </a:lnTo>
                  <a:lnTo>
                    <a:pt x="49438" y="22416"/>
                  </a:lnTo>
                  <a:lnTo>
                    <a:pt x="41836" y="22416"/>
                  </a:lnTo>
                  <a:lnTo>
                    <a:pt x="41836" y="29740"/>
                  </a:lnTo>
                  <a:lnTo>
                    <a:pt x="38063" y="29740"/>
                  </a:lnTo>
                  <a:lnTo>
                    <a:pt x="38063" y="22250"/>
                  </a:lnTo>
                  <a:lnTo>
                    <a:pt x="41781" y="22250"/>
                  </a:lnTo>
                  <a:lnTo>
                    <a:pt x="41781" y="18698"/>
                  </a:lnTo>
                  <a:lnTo>
                    <a:pt x="34179" y="18698"/>
                  </a:lnTo>
                  <a:lnTo>
                    <a:pt x="34179" y="26133"/>
                  </a:lnTo>
                  <a:lnTo>
                    <a:pt x="26578" y="26133"/>
                  </a:lnTo>
                  <a:lnTo>
                    <a:pt x="26578" y="29796"/>
                  </a:lnTo>
                  <a:lnTo>
                    <a:pt x="22749" y="29796"/>
                  </a:lnTo>
                  <a:lnTo>
                    <a:pt x="22749" y="26133"/>
                  </a:lnTo>
                  <a:lnTo>
                    <a:pt x="3773" y="26133"/>
                  </a:lnTo>
                  <a:lnTo>
                    <a:pt x="3773" y="33569"/>
                  </a:lnTo>
                  <a:lnTo>
                    <a:pt x="0" y="33569"/>
                  </a:lnTo>
                  <a:lnTo>
                    <a:pt x="0" y="44776"/>
                  </a:lnTo>
                  <a:lnTo>
                    <a:pt x="7602" y="44776"/>
                  </a:lnTo>
                  <a:lnTo>
                    <a:pt x="7602" y="48383"/>
                  </a:lnTo>
                  <a:lnTo>
                    <a:pt x="11319" y="48383"/>
                  </a:lnTo>
                  <a:lnTo>
                    <a:pt x="11319" y="44721"/>
                  </a:lnTo>
                  <a:lnTo>
                    <a:pt x="15148" y="44721"/>
                  </a:lnTo>
                  <a:lnTo>
                    <a:pt x="15148" y="41004"/>
                  </a:lnTo>
                  <a:lnTo>
                    <a:pt x="19032" y="41004"/>
                  </a:lnTo>
                  <a:lnTo>
                    <a:pt x="19032" y="44721"/>
                  </a:lnTo>
                  <a:lnTo>
                    <a:pt x="26633" y="44721"/>
                  </a:lnTo>
                  <a:lnTo>
                    <a:pt x="26633" y="52212"/>
                  </a:lnTo>
                  <a:lnTo>
                    <a:pt x="30462" y="52212"/>
                  </a:lnTo>
                  <a:lnTo>
                    <a:pt x="30462" y="55929"/>
                  </a:lnTo>
                  <a:lnTo>
                    <a:pt x="34235" y="55929"/>
                  </a:lnTo>
                  <a:lnTo>
                    <a:pt x="34235" y="60978"/>
                  </a:lnTo>
                  <a:lnTo>
                    <a:pt x="34235" y="65861"/>
                  </a:lnTo>
                  <a:lnTo>
                    <a:pt x="34235" y="68358"/>
                  </a:lnTo>
                  <a:lnTo>
                    <a:pt x="34235" y="70855"/>
                  </a:lnTo>
                  <a:lnTo>
                    <a:pt x="38008" y="70855"/>
                  </a:lnTo>
                  <a:lnTo>
                    <a:pt x="38008" y="74627"/>
                  </a:lnTo>
                  <a:lnTo>
                    <a:pt x="38063" y="78290"/>
                  </a:lnTo>
                  <a:lnTo>
                    <a:pt x="41892" y="78290"/>
                  </a:lnTo>
                  <a:lnTo>
                    <a:pt x="41892" y="85780"/>
                  </a:lnTo>
                  <a:lnTo>
                    <a:pt x="49548" y="85780"/>
                  </a:lnTo>
                  <a:lnTo>
                    <a:pt x="49548" y="93160"/>
                  </a:lnTo>
                  <a:lnTo>
                    <a:pt x="57095" y="93160"/>
                  </a:lnTo>
                  <a:lnTo>
                    <a:pt x="57095" y="82007"/>
                  </a:lnTo>
                  <a:lnTo>
                    <a:pt x="58759" y="82007"/>
                  </a:lnTo>
                  <a:lnTo>
                    <a:pt x="68525" y="82118"/>
                  </a:lnTo>
                  <a:lnTo>
                    <a:pt x="68525" y="78290"/>
                  </a:lnTo>
                  <a:lnTo>
                    <a:pt x="72353" y="78290"/>
                  </a:lnTo>
                  <a:lnTo>
                    <a:pt x="72353" y="74517"/>
                  </a:lnTo>
                  <a:lnTo>
                    <a:pt x="76182" y="74517"/>
                  </a:lnTo>
                  <a:lnTo>
                    <a:pt x="76182" y="67082"/>
                  </a:lnTo>
                  <a:lnTo>
                    <a:pt x="79955" y="67082"/>
                  </a:lnTo>
                  <a:lnTo>
                    <a:pt x="79955" y="63364"/>
                  </a:lnTo>
                  <a:lnTo>
                    <a:pt x="83672" y="63364"/>
                  </a:lnTo>
                  <a:lnTo>
                    <a:pt x="83672" y="59647"/>
                  </a:lnTo>
                  <a:lnTo>
                    <a:pt x="79955" y="59647"/>
                  </a:lnTo>
                  <a:lnTo>
                    <a:pt x="79955" y="55929"/>
                  </a:lnTo>
                  <a:lnTo>
                    <a:pt x="87612" y="55929"/>
                  </a:lnTo>
                  <a:lnTo>
                    <a:pt x="87612" y="59591"/>
                  </a:lnTo>
                  <a:lnTo>
                    <a:pt x="91274" y="59591"/>
                  </a:lnTo>
                  <a:lnTo>
                    <a:pt x="91274" y="52212"/>
                  </a:lnTo>
                  <a:lnTo>
                    <a:pt x="87501" y="52212"/>
                  </a:lnTo>
                  <a:lnTo>
                    <a:pt x="87501" y="44776"/>
                  </a:lnTo>
                  <a:lnTo>
                    <a:pt x="79899" y="44776"/>
                  </a:lnTo>
                  <a:lnTo>
                    <a:pt x="79899" y="41059"/>
                  </a:lnTo>
                  <a:lnTo>
                    <a:pt x="72298" y="41059"/>
                  </a:lnTo>
                  <a:lnTo>
                    <a:pt x="72298" y="55929"/>
                  </a:lnTo>
                  <a:lnTo>
                    <a:pt x="68525" y="55929"/>
                  </a:lnTo>
                  <a:lnTo>
                    <a:pt x="68525" y="48494"/>
                  </a:lnTo>
                  <a:lnTo>
                    <a:pt x="60812" y="48494"/>
                  </a:lnTo>
                  <a:lnTo>
                    <a:pt x="60812" y="44721"/>
                  </a:lnTo>
                  <a:lnTo>
                    <a:pt x="57095" y="44721"/>
                  </a:lnTo>
                  <a:lnTo>
                    <a:pt x="57095" y="40948"/>
                  </a:lnTo>
                  <a:lnTo>
                    <a:pt x="60868" y="40948"/>
                  </a:lnTo>
                  <a:lnTo>
                    <a:pt x="60868" y="37231"/>
                  </a:lnTo>
                  <a:lnTo>
                    <a:pt x="68525" y="37231"/>
                  </a:lnTo>
                  <a:lnTo>
                    <a:pt x="68525" y="26133"/>
                  </a:lnTo>
                  <a:lnTo>
                    <a:pt x="72353" y="26133"/>
                  </a:lnTo>
                  <a:lnTo>
                    <a:pt x="72353" y="37231"/>
                  </a:lnTo>
                  <a:lnTo>
                    <a:pt x="79955" y="37231"/>
                  </a:lnTo>
                  <a:lnTo>
                    <a:pt x="79955" y="40893"/>
                  </a:lnTo>
                  <a:lnTo>
                    <a:pt x="83672" y="40893"/>
                  </a:lnTo>
                  <a:lnTo>
                    <a:pt x="83672" y="29796"/>
                  </a:lnTo>
                  <a:lnTo>
                    <a:pt x="79899" y="29796"/>
                  </a:lnTo>
                  <a:lnTo>
                    <a:pt x="79899" y="26078"/>
                  </a:lnTo>
                  <a:lnTo>
                    <a:pt x="76126" y="26078"/>
                  </a:lnTo>
                  <a:lnTo>
                    <a:pt x="76126" y="22361"/>
                  </a:lnTo>
                  <a:lnTo>
                    <a:pt x="72408" y="22361"/>
                  </a:lnTo>
                  <a:lnTo>
                    <a:pt x="72408" y="11097"/>
                  </a:lnTo>
                  <a:lnTo>
                    <a:pt x="76182" y="11097"/>
                  </a:lnTo>
                  <a:lnTo>
                    <a:pt x="76182" y="7490"/>
                  </a:lnTo>
                  <a:lnTo>
                    <a:pt x="83728" y="7490"/>
                  </a:lnTo>
                  <a:lnTo>
                    <a:pt x="83728" y="11153"/>
                  </a:lnTo>
                  <a:lnTo>
                    <a:pt x="79955" y="11153"/>
                  </a:lnTo>
                  <a:lnTo>
                    <a:pt x="79955" y="13039"/>
                  </a:lnTo>
                  <a:lnTo>
                    <a:pt x="80010" y="14870"/>
                  </a:lnTo>
                  <a:lnTo>
                    <a:pt x="87612" y="14870"/>
                  </a:lnTo>
                  <a:lnTo>
                    <a:pt x="87612" y="18588"/>
                  </a:lnTo>
                  <a:lnTo>
                    <a:pt x="91440" y="18588"/>
                  </a:lnTo>
                  <a:lnTo>
                    <a:pt x="91440" y="37231"/>
                  </a:lnTo>
                  <a:lnTo>
                    <a:pt x="95268" y="37231"/>
                  </a:lnTo>
                  <a:lnTo>
                    <a:pt x="95268" y="40948"/>
                  </a:lnTo>
                  <a:lnTo>
                    <a:pt x="102815" y="40948"/>
                  </a:lnTo>
                  <a:lnTo>
                    <a:pt x="102815" y="33513"/>
                  </a:lnTo>
                  <a:lnTo>
                    <a:pt x="106643" y="33513"/>
                  </a:lnTo>
                  <a:lnTo>
                    <a:pt x="106643" y="29740"/>
                  </a:lnTo>
                  <a:lnTo>
                    <a:pt x="114245" y="29740"/>
                  </a:lnTo>
                  <a:lnTo>
                    <a:pt x="114245" y="26023"/>
                  </a:lnTo>
                  <a:lnTo>
                    <a:pt x="118073" y="26023"/>
                  </a:lnTo>
                  <a:lnTo>
                    <a:pt x="118073" y="18532"/>
                  </a:lnTo>
                  <a:lnTo>
                    <a:pt x="121902" y="18532"/>
                  </a:lnTo>
                  <a:lnTo>
                    <a:pt x="121902" y="7380"/>
                  </a:lnTo>
                  <a:lnTo>
                    <a:pt x="125619" y="7380"/>
                  </a:lnTo>
                  <a:lnTo>
                    <a:pt x="125619" y="3718"/>
                  </a:lnTo>
                  <a:lnTo>
                    <a:pt x="118018" y="3718"/>
                  </a:lnTo>
                  <a:lnTo>
                    <a:pt x="118018" y="55"/>
                  </a:lnTo>
                  <a:lnTo>
                    <a:pt x="95213" y="55"/>
                  </a:lnTo>
                  <a:lnTo>
                    <a:pt x="95213" y="3662"/>
                  </a:lnTo>
                  <a:lnTo>
                    <a:pt x="83728" y="3662"/>
                  </a:lnTo>
                  <a:lnTo>
                    <a:pt x="8372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6" name="Google Shape;296;p25"/>
            <p:cNvSpPr/>
            <p:nvPr/>
          </p:nvSpPr>
          <p:spPr>
            <a:xfrm>
              <a:off x="1951225" y="27659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7" name="Google Shape;297;p25"/>
            <p:cNvSpPr/>
            <p:nvPr/>
          </p:nvSpPr>
          <p:spPr>
            <a:xfrm>
              <a:off x="3285650" y="993175"/>
              <a:ext cx="4096225" cy="3448450"/>
            </a:xfrm>
            <a:custGeom>
              <a:avLst/>
              <a:gdLst/>
              <a:ahLst/>
              <a:cxnLst/>
              <a:rect l="l" t="t" r="r" b="b"/>
              <a:pathLst>
                <a:path w="163849" h="137938" extrusionOk="0">
                  <a:moveTo>
                    <a:pt x="102815" y="7436"/>
                  </a:moveTo>
                  <a:lnTo>
                    <a:pt x="102815" y="11098"/>
                  </a:lnTo>
                  <a:lnTo>
                    <a:pt x="99042" y="11098"/>
                  </a:lnTo>
                  <a:lnTo>
                    <a:pt x="99042" y="7436"/>
                  </a:lnTo>
                  <a:close/>
                  <a:moveTo>
                    <a:pt x="45610" y="22306"/>
                  </a:moveTo>
                  <a:lnTo>
                    <a:pt x="45610" y="26024"/>
                  </a:lnTo>
                  <a:lnTo>
                    <a:pt x="41948" y="26024"/>
                  </a:lnTo>
                  <a:lnTo>
                    <a:pt x="41948" y="22306"/>
                  </a:lnTo>
                  <a:close/>
                  <a:moveTo>
                    <a:pt x="45665" y="52212"/>
                  </a:moveTo>
                  <a:lnTo>
                    <a:pt x="45665" y="55875"/>
                  </a:lnTo>
                  <a:lnTo>
                    <a:pt x="38119" y="55875"/>
                  </a:lnTo>
                  <a:lnTo>
                    <a:pt x="38119" y="52212"/>
                  </a:lnTo>
                  <a:close/>
                  <a:moveTo>
                    <a:pt x="56929" y="55930"/>
                  </a:moveTo>
                  <a:lnTo>
                    <a:pt x="56929" y="63365"/>
                  </a:lnTo>
                  <a:lnTo>
                    <a:pt x="53322" y="63365"/>
                  </a:lnTo>
                  <a:lnTo>
                    <a:pt x="53322" y="55930"/>
                  </a:lnTo>
                  <a:close/>
                  <a:moveTo>
                    <a:pt x="26634" y="52212"/>
                  </a:moveTo>
                  <a:lnTo>
                    <a:pt x="26634" y="55930"/>
                  </a:lnTo>
                  <a:lnTo>
                    <a:pt x="22916" y="55930"/>
                  </a:lnTo>
                  <a:lnTo>
                    <a:pt x="22916" y="63310"/>
                  </a:lnTo>
                  <a:lnTo>
                    <a:pt x="26634" y="63310"/>
                  </a:lnTo>
                  <a:lnTo>
                    <a:pt x="26634" y="59703"/>
                  </a:lnTo>
                  <a:lnTo>
                    <a:pt x="34291" y="59703"/>
                  </a:lnTo>
                  <a:lnTo>
                    <a:pt x="34291" y="63365"/>
                  </a:lnTo>
                  <a:lnTo>
                    <a:pt x="41837" y="63365"/>
                  </a:lnTo>
                  <a:lnTo>
                    <a:pt x="41837" y="67083"/>
                  </a:lnTo>
                  <a:lnTo>
                    <a:pt x="30518" y="67083"/>
                  </a:lnTo>
                  <a:lnTo>
                    <a:pt x="30518" y="70800"/>
                  </a:lnTo>
                  <a:lnTo>
                    <a:pt x="26634" y="70800"/>
                  </a:lnTo>
                  <a:lnTo>
                    <a:pt x="26634" y="67138"/>
                  </a:lnTo>
                  <a:lnTo>
                    <a:pt x="22861" y="67138"/>
                  </a:lnTo>
                  <a:lnTo>
                    <a:pt x="22861" y="63420"/>
                  </a:lnTo>
                  <a:lnTo>
                    <a:pt x="11431" y="63420"/>
                  </a:lnTo>
                  <a:lnTo>
                    <a:pt x="11431" y="59648"/>
                  </a:lnTo>
                  <a:lnTo>
                    <a:pt x="15204" y="59648"/>
                  </a:lnTo>
                  <a:lnTo>
                    <a:pt x="15204" y="55875"/>
                  </a:lnTo>
                  <a:lnTo>
                    <a:pt x="22805" y="55875"/>
                  </a:lnTo>
                  <a:lnTo>
                    <a:pt x="22805" y="52212"/>
                  </a:lnTo>
                  <a:close/>
                  <a:moveTo>
                    <a:pt x="56929" y="70856"/>
                  </a:moveTo>
                  <a:lnTo>
                    <a:pt x="56929" y="74573"/>
                  </a:lnTo>
                  <a:lnTo>
                    <a:pt x="57095" y="74573"/>
                  </a:lnTo>
                  <a:lnTo>
                    <a:pt x="55264" y="74628"/>
                  </a:lnTo>
                  <a:lnTo>
                    <a:pt x="53322" y="74628"/>
                  </a:lnTo>
                  <a:lnTo>
                    <a:pt x="53322" y="70856"/>
                  </a:lnTo>
                  <a:close/>
                  <a:moveTo>
                    <a:pt x="45665" y="74573"/>
                  </a:moveTo>
                  <a:lnTo>
                    <a:pt x="45665" y="82063"/>
                  </a:lnTo>
                  <a:lnTo>
                    <a:pt x="41948" y="82063"/>
                  </a:lnTo>
                  <a:lnTo>
                    <a:pt x="41948" y="74573"/>
                  </a:lnTo>
                  <a:close/>
                  <a:moveTo>
                    <a:pt x="95269" y="1"/>
                  </a:moveTo>
                  <a:lnTo>
                    <a:pt x="95269" y="3663"/>
                  </a:lnTo>
                  <a:lnTo>
                    <a:pt x="83839" y="3663"/>
                  </a:lnTo>
                  <a:lnTo>
                    <a:pt x="83839" y="7436"/>
                  </a:lnTo>
                  <a:lnTo>
                    <a:pt x="76182" y="7436"/>
                  </a:lnTo>
                  <a:lnTo>
                    <a:pt x="76182" y="11209"/>
                  </a:lnTo>
                  <a:lnTo>
                    <a:pt x="68581" y="11209"/>
                  </a:lnTo>
                  <a:lnTo>
                    <a:pt x="68581" y="18589"/>
                  </a:lnTo>
                  <a:lnTo>
                    <a:pt x="64697" y="18589"/>
                  </a:lnTo>
                  <a:lnTo>
                    <a:pt x="64697" y="14926"/>
                  </a:lnTo>
                  <a:lnTo>
                    <a:pt x="60924" y="14926"/>
                  </a:lnTo>
                  <a:lnTo>
                    <a:pt x="60924" y="18644"/>
                  </a:lnTo>
                  <a:lnTo>
                    <a:pt x="53322" y="18644"/>
                  </a:lnTo>
                  <a:lnTo>
                    <a:pt x="53322" y="22362"/>
                  </a:lnTo>
                  <a:lnTo>
                    <a:pt x="49549" y="22362"/>
                  </a:lnTo>
                  <a:lnTo>
                    <a:pt x="45665" y="22306"/>
                  </a:lnTo>
                  <a:lnTo>
                    <a:pt x="45665" y="18589"/>
                  </a:lnTo>
                  <a:lnTo>
                    <a:pt x="41837" y="18589"/>
                  </a:lnTo>
                  <a:lnTo>
                    <a:pt x="41837" y="14926"/>
                  </a:lnTo>
                  <a:lnTo>
                    <a:pt x="26689" y="14926"/>
                  </a:lnTo>
                  <a:lnTo>
                    <a:pt x="26689" y="18589"/>
                  </a:lnTo>
                  <a:lnTo>
                    <a:pt x="22861" y="18589"/>
                  </a:lnTo>
                  <a:lnTo>
                    <a:pt x="22861" y="26134"/>
                  </a:lnTo>
                  <a:lnTo>
                    <a:pt x="19143" y="26134"/>
                  </a:lnTo>
                  <a:lnTo>
                    <a:pt x="19143" y="33569"/>
                  </a:lnTo>
                  <a:lnTo>
                    <a:pt x="22916" y="33569"/>
                  </a:lnTo>
                  <a:lnTo>
                    <a:pt x="22916" y="37176"/>
                  </a:lnTo>
                  <a:lnTo>
                    <a:pt x="26634" y="37176"/>
                  </a:lnTo>
                  <a:lnTo>
                    <a:pt x="26634" y="26024"/>
                  </a:lnTo>
                  <a:lnTo>
                    <a:pt x="30462" y="26024"/>
                  </a:lnTo>
                  <a:lnTo>
                    <a:pt x="30462" y="22362"/>
                  </a:lnTo>
                  <a:lnTo>
                    <a:pt x="34235" y="22362"/>
                  </a:lnTo>
                  <a:lnTo>
                    <a:pt x="34235" y="26134"/>
                  </a:lnTo>
                  <a:lnTo>
                    <a:pt x="30518" y="26134"/>
                  </a:lnTo>
                  <a:lnTo>
                    <a:pt x="30518" y="33514"/>
                  </a:lnTo>
                  <a:lnTo>
                    <a:pt x="34235" y="33514"/>
                  </a:lnTo>
                  <a:lnTo>
                    <a:pt x="34235" y="37342"/>
                  </a:lnTo>
                  <a:lnTo>
                    <a:pt x="30462" y="37342"/>
                  </a:lnTo>
                  <a:lnTo>
                    <a:pt x="30462" y="40949"/>
                  </a:lnTo>
                  <a:lnTo>
                    <a:pt x="22805" y="40949"/>
                  </a:lnTo>
                  <a:lnTo>
                    <a:pt x="22805" y="37342"/>
                  </a:lnTo>
                  <a:lnTo>
                    <a:pt x="19032" y="37342"/>
                  </a:lnTo>
                  <a:lnTo>
                    <a:pt x="19032" y="44777"/>
                  </a:lnTo>
                  <a:lnTo>
                    <a:pt x="15259" y="44777"/>
                  </a:lnTo>
                  <a:lnTo>
                    <a:pt x="15259" y="48495"/>
                  </a:lnTo>
                  <a:lnTo>
                    <a:pt x="11375" y="48495"/>
                  </a:lnTo>
                  <a:lnTo>
                    <a:pt x="11375" y="55985"/>
                  </a:lnTo>
                  <a:lnTo>
                    <a:pt x="7602" y="55985"/>
                  </a:lnTo>
                  <a:lnTo>
                    <a:pt x="7602" y="67138"/>
                  </a:lnTo>
                  <a:lnTo>
                    <a:pt x="3774" y="67138"/>
                  </a:lnTo>
                  <a:lnTo>
                    <a:pt x="3774" y="74573"/>
                  </a:lnTo>
                  <a:lnTo>
                    <a:pt x="1887" y="74573"/>
                  </a:lnTo>
                  <a:lnTo>
                    <a:pt x="1" y="74628"/>
                  </a:lnTo>
                  <a:lnTo>
                    <a:pt x="1" y="89443"/>
                  </a:lnTo>
                  <a:lnTo>
                    <a:pt x="3829" y="89443"/>
                  </a:lnTo>
                  <a:lnTo>
                    <a:pt x="3829" y="93216"/>
                  </a:lnTo>
                  <a:lnTo>
                    <a:pt x="19143" y="93216"/>
                  </a:lnTo>
                  <a:lnTo>
                    <a:pt x="19143" y="104424"/>
                  </a:lnTo>
                  <a:lnTo>
                    <a:pt x="22916" y="104424"/>
                  </a:lnTo>
                  <a:lnTo>
                    <a:pt x="22916" y="126840"/>
                  </a:lnTo>
                  <a:lnTo>
                    <a:pt x="26689" y="126840"/>
                  </a:lnTo>
                  <a:lnTo>
                    <a:pt x="26689" y="137937"/>
                  </a:lnTo>
                  <a:lnTo>
                    <a:pt x="30462" y="137937"/>
                  </a:lnTo>
                  <a:lnTo>
                    <a:pt x="30462" y="134275"/>
                  </a:lnTo>
                  <a:lnTo>
                    <a:pt x="38064" y="134275"/>
                  </a:lnTo>
                  <a:lnTo>
                    <a:pt x="38064" y="126729"/>
                  </a:lnTo>
                  <a:lnTo>
                    <a:pt x="41948" y="126729"/>
                  </a:lnTo>
                  <a:lnTo>
                    <a:pt x="41948" y="119294"/>
                  </a:lnTo>
                  <a:lnTo>
                    <a:pt x="45721" y="119294"/>
                  </a:lnTo>
                  <a:lnTo>
                    <a:pt x="45721" y="100651"/>
                  </a:lnTo>
                  <a:lnTo>
                    <a:pt x="49494" y="100651"/>
                  </a:lnTo>
                  <a:lnTo>
                    <a:pt x="49494" y="96934"/>
                  </a:lnTo>
                  <a:lnTo>
                    <a:pt x="53211" y="96934"/>
                  </a:lnTo>
                  <a:lnTo>
                    <a:pt x="53211" y="89499"/>
                  </a:lnTo>
                  <a:lnTo>
                    <a:pt x="49549" y="89499"/>
                  </a:lnTo>
                  <a:lnTo>
                    <a:pt x="49549" y="85726"/>
                  </a:lnTo>
                  <a:lnTo>
                    <a:pt x="57095" y="85726"/>
                  </a:lnTo>
                  <a:lnTo>
                    <a:pt x="57095" y="82008"/>
                  </a:lnTo>
                  <a:lnTo>
                    <a:pt x="60924" y="82008"/>
                  </a:lnTo>
                  <a:lnTo>
                    <a:pt x="60924" y="74628"/>
                  </a:lnTo>
                  <a:lnTo>
                    <a:pt x="68636" y="74628"/>
                  </a:lnTo>
                  <a:lnTo>
                    <a:pt x="68636" y="78291"/>
                  </a:lnTo>
                  <a:lnTo>
                    <a:pt x="72409" y="78291"/>
                  </a:lnTo>
                  <a:lnTo>
                    <a:pt x="72409" y="89388"/>
                  </a:lnTo>
                  <a:lnTo>
                    <a:pt x="76182" y="89388"/>
                  </a:lnTo>
                  <a:lnTo>
                    <a:pt x="76182" y="85726"/>
                  </a:lnTo>
                  <a:lnTo>
                    <a:pt x="80011" y="85726"/>
                  </a:lnTo>
                  <a:lnTo>
                    <a:pt x="80011" y="78346"/>
                  </a:lnTo>
                  <a:lnTo>
                    <a:pt x="87668" y="78346"/>
                  </a:lnTo>
                  <a:lnTo>
                    <a:pt x="87668" y="82008"/>
                  </a:lnTo>
                  <a:lnTo>
                    <a:pt x="91441" y="82008"/>
                  </a:lnTo>
                  <a:lnTo>
                    <a:pt x="91441" y="93161"/>
                  </a:lnTo>
                  <a:lnTo>
                    <a:pt x="95269" y="93161"/>
                  </a:lnTo>
                  <a:lnTo>
                    <a:pt x="95269" y="89443"/>
                  </a:lnTo>
                  <a:lnTo>
                    <a:pt x="102760" y="89443"/>
                  </a:lnTo>
                  <a:lnTo>
                    <a:pt x="102760" y="82063"/>
                  </a:lnTo>
                  <a:lnTo>
                    <a:pt x="99042" y="82063"/>
                  </a:lnTo>
                  <a:lnTo>
                    <a:pt x="99042" y="78291"/>
                  </a:lnTo>
                  <a:lnTo>
                    <a:pt x="106644" y="78291"/>
                  </a:lnTo>
                  <a:lnTo>
                    <a:pt x="106644" y="74518"/>
                  </a:lnTo>
                  <a:lnTo>
                    <a:pt x="110472" y="74518"/>
                  </a:lnTo>
                  <a:lnTo>
                    <a:pt x="110472" y="59703"/>
                  </a:lnTo>
                  <a:lnTo>
                    <a:pt x="114356" y="59703"/>
                  </a:lnTo>
                  <a:lnTo>
                    <a:pt x="114356" y="63310"/>
                  </a:lnTo>
                  <a:lnTo>
                    <a:pt x="118129" y="63310"/>
                  </a:lnTo>
                  <a:lnTo>
                    <a:pt x="118129" y="55875"/>
                  </a:lnTo>
                  <a:lnTo>
                    <a:pt x="121958" y="55875"/>
                  </a:lnTo>
                  <a:lnTo>
                    <a:pt x="121958" y="52212"/>
                  </a:lnTo>
                  <a:lnTo>
                    <a:pt x="125731" y="52212"/>
                  </a:lnTo>
                  <a:lnTo>
                    <a:pt x="125731" y="55819"/>
                  </a:lnTo>
                  <a:lnTo>
                    <a:pt x="129504" y="55819"/>
                  </a:lnTo>
                  <a:lnTo>
                    <a:pt x="129504" y="41005"/>
                  </a:lnTo>
                  <a:lnTo>
                    <a:pt x="121958" y="41005"/>
                  </a:lnTo>
                  <a:lnTo>
                    <a:pt x="121958" y="37232"/>
                  </a:lnTo>
                  <a:lnTo>
                    <a:pt x="125731" y="37232"/>
                  </a:lnTo>
                  <a:lnTo>
                    <a:pt x="125731" y="33514"/>
                  </a:lnTo>
                  <a:lnTo>
                    <a:pt x="137161" y="33514"/>
                  </a:lnTo>
                  <a:lnTo>
                    <a:pt x="137161" y="29797"/>
                  </a:lnTo>
                  <a:lnTo>
                    <a:pt x="144818" y="29797"/>
                  </a:lnTo>
                  <a:lnTo>
                    <a:pt x="144818" y="33514"/>
                  </a:lnTo>
                  <a:lnTo>
                    <a:pt x="152364" y="33514"/>
                  </a:lnTo>
                  <a:lnTo>
                    <a:pt x="152364" y="29741"/>
                  </a:lnTo>
                  <a:lnTo>
                    <a:pt x="160021" y="29741"/>
                  </a:lnTo>
                  <a:lnTo>
                    <a:pt x="160021" y="26079"/>
                  </a:lnTo>
                  <a:lnTo>
                    <a:pt x="160021" y="25968"/>
                  </a:lnTo>
                  <a:lnTo>
                    <a:pt x="163849" y="25968"/>
                  </a:lnTo>
                  <a:lnTo>
                    <a:pt x="163849" y="18589"/>
                  </a:lnTo>
                  <a:lnTo>
                    <a:pt x="156192" y="18589"/>
                  </a:lnTo>
                  <a:lnTo>
                    <a:pt x="156192" y="14926"/>
                  </a:lnTo>
                  <a:lnTo>
                    <a:pt x="152419" y="14926"/>
                  </a:lnTo>
                  <a:lnTo>
                    <a:pt x="152419" y="18589"/>
                  </a:lnTo>
                  <a:lnTo>
                    <a:pt x="148535" y="18589"/>
                  </a:lnTo>
                  <a:lnTo>
                    <a:pt x="148535" y="14871"/>
                  </a:lnTo>
                  <a:lnTo>
                    <a:pt x="133277" y="14871"/>
                  </a:lnTo>
                  <a:lnTo>
                    <a:pt x="133277" y="11154"/>
                  </a:lnTo>
                  <a:lnTo>
                    <a:pt x="129559" y="11154"/>
                  </a:lnTo>
                  <a:lnTo>
                    <a:pt x="129559" y="7325"/>
                  </a:lnTo>
                  <a:lnTo>
                    <a:pt x="133277" y="7325"/>
                  </a:lnTo>
                  <a:lnTo>
                    <a:pt x="133277" y="3719"/>
                  </a:lnTo>
                  <a:lnTo>
                    <a:pt x="121958" y="3719"/>
                  </a:lnTo>
                  <a:lnTo>
                    <a:pt x="121958" y="7381"/>
                  </a:lnTo>
                  <a:lnTo>
                    <a:pt x="125675" y="7381"/>
                  </a:lnTo>
                  <a:lnTo>
                    <a:pt x="125675" y="11098"/>
                  </a:lnTo>
                  <a:lnTo>
                    <a:pt x="118074" y="11098"/>
                  </a:lnTo>
                  <a:lnTo>
                    <a:pt x="118074" y="7491"/>
                  </a:lnTo>
                  <a:lnTo>
                    <a:pt x="114301" y="7491"/>
                  </a:lnTo>
                  <a:lnTo>
                    <a:pt x="114301" y="11098"/>
                  </a:lnTo>
                  <a:lnTo>
                    <a:pt x="110417" y="11098"/>
                  </a:lnTo>
                  <a:lnTo>
                    <a:pt x="110417" y="7436"/>
                  </a:lnTo>
                  <a:lnTo>
                    <a:pt x="106644" y="7436"/>
                  </a:lnTo>
                  <a:lnTo>
                    <a:pt x="106644" y="3663"/>
                  </a:lnTo>
                  <a:lnTo>
                    <a:pt x="98987" y="3663"/>
                  </a:lnTo>
                  <a:lnTo>
                    <a:pt x="9898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8" name="Google Shape;298;p25"/>
            <p:cNvSpPr/>
            <p:nvPr/>
          </p:nvSpPr>
          <p:spPr>
            <a:xfrm>
              <a:off x="1286775" y="1086125"/>
              <a:ext cx="185925" cy="92950"/>
            </a:xfrm>
            <a:custGeom>
              <a:avLst/>
              <a:gdLst/>
              <a:ahLst/>
              <a:cxnLst/>
              <a:rect l="l" t="t" r="r" b="b"/>
              <a:pathLst>
                <a:path w="7437" h="3718" extrusionOk="0">
                  <a:moveTo>
                    <a:pt x="1" y="1"/>
                  </a:moveTo>
                  <a:lnTo>
                    <a:pt x="1" y="611"/>
                  </a:lnTo>
                  <a:lnTo>
                    <a:pt x="1" y="3607"/>
                  </a:lnTo>
                  <a:lnTo>
                    <a:pt x="1" y="3718"/>
                  </a:lnTo>
                  <a:lnTo>
                    <a:pt x="7436" y="3718"/>
                  </a:lnTo>
                  <a:lnTo>
                    <a:pt x="7436" y="3496"/>
                  </a:lnTo>
                  <a:lnTo>
                    <a:pt x="7436" y="611"/>
                  </a:lnTo>
                  <a:lnTo>
                    <a:pt x="74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pos="5601" userDrawn="1">
          <p15:clr>
            <a:srgbClr val="E46962"/>
          </p15:clr>
        </p15:guide>
        <p15:guide id="3" orient="horz" pos="468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pos="159" userDrawn="1">
          <p15:clr>
            <a:srgbClr val="E46962"/>
          </p15:clr>
        </p15:guide>
        <p15:guide id="7" orient="horz" pos="159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uess The Team Member">
  <p:cSld name="BLANK_1_1_1_1_1_1_1_1_1_1_1_1_1_2">
    <p:bg>
      <p:bgPr>
        <a:solidFill>
          <a:schemeClr val="dk1"/>
        </a:solidFill>
        <a:effectLst/>
      </p:bgPr>
    </p:bg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0" name="Google Shape;300;p26"/>
          <p:cNvGrpSpPr/>
          <p:nvPr/>
        </p:nvGrpSpPr>
        <p:grpSpPr>
          <a:xfrm>
            <a:off x="103050" y="103050"/>
            <a:ext cx="6817325" cy="3765575"/>
            <a:chOff x="103050" y="103050"/>
            <a:chExt cx="6817325" cy="3765575"/>
          </a:xfrm>
        </p:grpSpPr>
        <p:sp>
          <p:nvSpPr>
            <p:cNvPr id="301" name="Google Shape;301;p26"/>
            <p:cNvSpPr/>
            <p:nvPr/>
          </p:nvSpPr>
          <p:spPr>
            <a:xfrm>
              <a:off x="103050" y="103050"/>
              <a:ext cx="5135700" cy="2659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02" name="Google Shape;302;p26"/>
            <p:cNvSpPr/>
            <p:nvPr/>
          </p:nvSpPr>
          <p:spPr>
            <a:xfrm>
              <a:off x="1090775" y="1490525"/>
              <a:ext cx="5829600" cy="23781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303" name="Google Shape;303;p26"/>
          <p:cNvSpPr txBox="1">
            <a:spLocks noGrp="1"/>
          </p:cNvSpPr>
          <p:nvPr>
            <p:ph type="subTitle" idx="1"/>
          </p:nvPr>
        </p:nvSpPr>
        <p:spPr>
          <a:xfrm>
            <a:off x="252600" y="1199800"/>
            <a:ext cx="2881500" cy="801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04" name="Google Shape;304;p26"/>
          <p:cNvSpPr txBox="1">
            <a:spLocks noGrp="1"/>
          </p:cNvSpPr>
          <p:nvPr>
            <p:ph type="title"/>
          </p:nvPr>
        </p:nvSpPr>
        <p:spPr>
          <a:xfrm>
            <a:off x="229190" y="147681"/>
            <a:ext cx="4216200" cy="865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orient="horz" pos="3081" userDrawn="1">
          <p15:clr>
            <a:srgbClr val="E46962"/>
          </p15:clr>
        </p15:guide>
        <p15:guide id="4" pos="560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pos="159" userDrawn="1">
          <p15:clr>
            <a:srgbClr val="E46962"/>
          </p15:clr>
        </p15:guide>
        <p15:guide id="7" orient="horz" pos="159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rt Attack">
  <p:cSld name="TITLE_1_1_5">
    <p:bg>
      <p:bgPr>
        <a:solidFill>
          <a:schemeClr val="accent4"/>
        </a:solidFill>
        <a:effectLst/>
      </p:bgPr>
    </p:bg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6" name="Google Shape;306;p27"/>
          <p:cNvGrpSpPr/>
          <p:nvPr/>
        </p:nvGrpSpPr>
        <p:grpSpPr>
          <a:xfrm>
            <a:off x="0" y="0"/>
            <a:ext cx="9143999" cy="5143500"/>
            <a:chOff x="0" y="0"/>
            <a:chExt cx="9143999" cy="5143500"/>
          </a:xfrm>
        </p:grpSpPr>
        <p:sp>
          <p:nvSpPr>
            <p:cNvPr id="307" name="Google Shape;307;p27"/>
            <p:cNvSpPr/>
            <p:nvPr/>
          </p:nvSpPr>
          <p:spPr>
            <a:xfrm>
              <a:off x="0" y="0"/>
              <a:ext cx="103049" cy="5143489"/>
            </a:xfrm>
            <a:custGeom>
              <a:avLst/>
              <a:gdLst/>
              <a:ahLst/>
              <a:cxnLst/>
              <a:rect l="l" t="t" r="r" b="b"/>
              <a:pathLst>
                <a:path w="3540" h="143904" extrusionOk="0">
                  <a:moveTo>
                    <a:pt x="0" y="1"/>
                  </a:moveTo>
                  <a:lnTo>
                    <a:pt x="0" y="143903"/>
                  </a:lnTo>
                  <a:lnTo>
                    <a:pt x="3540" y="143903"/>
                  </a:lnTo>
                  <a:lnTo>
                    <a:pt x="35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08" name="Google Shape;308;p27"/>
            <p:cNvSpPr/>
            <p:nvPr/>
          </p:nvSpPr>
          <p:spPr>
            <a:xfrm>
              <a:off x="9040950" y="0"/>
              <a:ext cx="103049" cy="5143489"/>
            </a:xfrm>
            <a:custGeom>
              <a:avLst/>
              <a:gdLst/>
              <a:ahLst/>
              <a:cxnLst/>
              <a:rect l="l" t="t" r="r" b="b"/>
              <a:pathLst>
                <a:path w="3540" h="143904" extrusionOk="0">
                  <a:moveTo>
                    <a:pt x="0" y="1"/>
                  </a:moveTo>
                  <a:lnTo>
                    <a:pt x="0" y="143903"/>
                  </a:lnTo>
                  <a:lnTo>
                    <a:pt x="3540" y="143903"/>
                  </a:lnTo>
                  <a:lnTo>
                    <a:pt x="35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09" name="Google Shape;309;p27"/>
            <p:cNvSpPr/>
            <p:nvPr/>
          </p:nvSpPr>
          <p:spPr>
            <a:xfrm rot="5400000">
              <a:off x="4519005" y="-4518866"/>
              <a:ext cx="103049" cy="9140782"/>
            </a:xfrm>
            <a:custGeom>
              <a:avLst/>
              <a:gdLst/>
              <a:ahLst/>
              <a:cxnLst/>
              <a:rect l="l" t="t" r="r" b="b"/>
              <a:pathLst>
                <a:path w="3540" h="143904" extrusionOk="0">
                  <a:moveTo>
                    <a:pt x="0" y="1"/>
                  </a:moveTo>
                  <a:lnTo>
                    <a:pt x="0" y="143903"/>
                  </a:lnTo>
                  <a:lnTo>
                    <a:pt x="3540" y="143903"/>
                  </a:lnTo>
                  <a:lnTo>
                    <a:pt x="35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10" name="Google Shape;310;p27"/>
            <p:cNvSpPr/>
            <p:nvPr/>
          </p:nvSpPr>
          <p:spPr>
            <a:xfrm rot="5400000">
              <a:off x="4520468" y="521584"/>
              <a:ext cx="103049" cy="9140782"/>
            </a:xfrm>
            <a:custGeom>
              <a:avLst/>
              <a:gdLst/>
              <a:ahLst/>
              <a:cxnLst/>
              <a:rect l="l" t="t" r="r" b="b"/>
              <a:pathLst>
                <a:path w="3540" h="143904" extrusionOk="0">
                  <a:moveTo>
                    <a:pt x="0" y="1"/>
                  </a:moveTo>
                  <a:lnTo>
                    <a:pt x="0" y="143903"/>
                  </a:lnTo>
                  <a:lnTo>
                    <a:pt x="3540" y="143903"/>
                  </a:lnTo>
                  <a:lnTo>
                    <a:pt x="35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311" name="Google Shape;311;p27"/>
          <p:cNvSpPr>
            <a:spLocks noGrp="1"/>
          </p:cNvSpPr>
          <p:nvPr>
            <p:ph type="pic" idx="2"/>
          </p:nvPr>
        </p:nvSpPr>
        <p:spPr>
          <a:xfrm>
            <a:off x="3553675" y="3509450"/>
            <a:ext cx="1941000" cy="13131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2" name="Google Shape;312;p27"/>
          <p:cNvSpPr txBox="1">
            <a:spLocks noGrp="1"/>
          </p:cNvSpPr>
          <p:nvPr>
            <p:ph type="title"/>
          </p:nvPr>
        </p:nvSpPr>
        <p:spPr>
          <a:xfrm>
            <a:off x="236975" y="223878"/>
            <a:ext cx="4216200" cy="501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9pPr>
          </a:lstStyle>
          <a:p>
            <a:endParaRPr/>
          </a:p>
        </p:txBody>
      </p:sp>
      <p:sp>
        <p:nvSpPr>
          <p:cNvPr id="313" name="Google Shape;313;p27"/>
          <p:cNvSpPr>
            <a:spLocks noGrp="1"/>
          </p:cNvSpPr>
          <p:nvPr>
            <p:ph type="pic" idx="3"/>
          </p:nvPr>
        </p:nvSpPr>
        <p:spPr>
          <a:xfrm>
            <a:off x="6699200" y="904175"/>
            <a:ext cx="1909200" cy="11919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4" name="Google Shape;314;p27"/>
          <p:cNvSpPr>
            <a:spLocks noGrp="1"/>
          </p:cNvSpPr>
          <p:nvPr>
            <p:ph type="pic" idx="4"/>
          </p:nvPr>
        </p:nvSpPr>
        <p:spPr>
          <a:xfrm>
            <a:off x="5673725" y="2267525"/>
            <a:ext cx="2935200" cy="24339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5" name="Google Shape;315;p27"/>
          <p:cNvSpPr>
            <a:spLocks noGrp="1"/>
          </p:cNvSpPr>
          <p:nvPr>
            <p:ph type="pic" idx="5"/>
          </p:nvPr>
        </p:nvSpPr>
        <p:spPr>
          <a:xfrm>
            <a:off x="252425" y="2015900"/>
            <a:ext cx="3080100" cy="28752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6" name="Google Shape;316;p27"/>
          <p:cNvSpPr/>
          <p:nvPr/>
        </p:nvSpPr>
        <p:spPr>
          <a:xfrm>
            <a:off x="5673400" y="2267525"/>
            <a:ext cx="2935200" cy="24339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317" name="Google Shape;317;p27"/>
          <p:cNvSpPr>
            <a:spLocks noGrp="1"/>
          </p:cNvSpPr>
          <p:nvPr>
            <p:ph type="pic" idx="6"/>
          </p:nvPr>
        </p:nvSpPr>
        <p:spPr>
          <a:xfrm>
            <a:off x="4838963" y="1797550"/>
            <a:ext cx="1740900" cy="11919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8" name="Google Shape;318;p27"/>
          <p:cNvSpPr>
            <a:spLocks noGrp="1"/>
          </p:cNvSpPr>
          <p:nvPr>
            <p:ph type="pic" idx="7"/>
          </p:nvPr>
        </p:nvSpPr>
        <p:spPr>
          <a:xfrm>
            <a:off x="2991500" y="904174"/>
            <a:ext cx="1721700" cy="24756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9" name="Google Shape;319;p27"/>
          <p:cNvSpPr>
            <a:spLocks noGrp="1"/>
          </p:cNvSpPr>
          <p:nvPr>
            <p:ph type="pic" idx="8"/>
          </p:nvPr>
        </p:nvSpPr>
        <p:spPr>
          <a:xfrm>
            <a:off x="4848425" y="580600"/>
            <a:ext cx="1721700" cy="10482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0" name="Google Shape;320;p27"/>
          <p:cNvSpPr txBox="1">
            <a:spLocks noGrp="1"/>
          </p:cNvSpPr>
          <p:nvPr>
            <p:ph type="subTitle" idx="1"/>
          </p:nvPr>
        </p:nvSpPr>
        <p:spPr>
          <a:xfrm>
            <a:off x="252600" y="743700"/>
            <a:ext cx="2675700" cy="1029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orient="horz" pos="2772" userDrawn="1">
          <p15:clr>
            <a:srgbClr val="E46962"/>
          </p15:clr>
        </p15:guide>
        <p15:guide id="6" pos="5292" userDrawn="1">
          <p15:clr>
            <a:srgbClr val="E46962"/>
          </p15:clr>
        </p15:guide>
        <p15:guide id="7" pos="159" userDrawn="1">
          <p15:clr>
            <a:srgbClr val="E46962"/>
          </p15:clr>
        </p15:guide>
        <p15:guide id="8" orient="horz" pos="159" userDrawn="1">
          <p15:clr>
            <a:srgbClr val="E46962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inks">
  <p:cSld name="BLANK_1_1_1_1_1_1_1_1_1_1_1_3"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28"/>
          <p:cNvSpPr txBox="1">
            <a:spLocks noGrp="1"/>
          </p:cNvSpPr>
          <p:nvPr>
            <p:ph type="title"/>
          </p:nvPr>
        </p:nvSpPr>
        <p:spPr>
          <a:xfrm>
            <a:off x="242375" y="530828"/>
            <a:ext cx="3576600" cy="3789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323" name="Google Shape;323;p28"/>
          <p:cNvSpPr txBox="1">
            <a:spLocks noGrp="1"/>
          </p:cNvSpPr>
          <p:nvPr>
            <p:ph type="title" idx="2"/>
          </p:nvPr>
        </p:nvSpPr>
        <p:spPr>
          <a:xfrm>
            <a:off x="236891" y="203879"/>
            <a:ext cx="6480300" cy="2124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15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grpSp>
        <p:nvGrpSpPr>
          <p:cNvPr id="324" name="Google Shape;324;p28"/>
          <p:cNvGrpSpPr/>
          <p:nvPr/>
        </p:nvGrpSpPr>
        <p:grpSpPr>
          <a:xfrm>
            <a:off x="-7338" y="1654487"/>
            <a:ext cx="9150854" cy="3491662"/>
            <a:chOff x="7059712" y="1295828"/>
            <a:chExt cx="2075400" cy="3601137"/>
          </a:xfrm>
        </p:grpSpPr>
        <p:sp>
          <p:nvSpPr>
            <p:cNvPr id="325" name="Google Shape;325;p28"/>
            <p:cNvSpPr/>
            <p:nvPr/>
          </p:nvSpPr>
          <p:spPr>
            <a:xfrm rot="-5400000">
              <a:off x="8683846" y="1589228"/>
              <a:ext cx="744600" cy="157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26" name="Google Shape;326;p28"/>
            <p:cNvSpPr/>
            <p:nvPr/>
          </p:nvSpPr>
          <p:spPr>
            <a:xfrm rot="-5400000">
              <a:off x="7635137" y="2417525"/>
              <a:ext cx="511500" cy="16602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27" name="Google Shape;327;p28"/>
            <p:cNvSpPr/>
            <p:nvPr/>
          </p:nvSpPr>
          <p:spPr>
            <a:xfrm>
              <a:off x="7061153" y="2040415"/>
              <a:ext cx="1919400" cy="1052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28" name="Google Shape;328;p28"/>
            <p:cNvSpPr/>
            <p:nvPr/>
          </p:nvSpPr>
          <p:spPr>
            <a:xfrm rot="-5400000">
              <a:off x="7624952" y="3629915"/>
              <a:ext cx="703500" cy="1830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29" name="Google Shape;329;p28"/>
            <p:cNvSpPr/>
            <p:nvPr/>
          </p:nvSpPr>
          <p:spPr>
            <a:xfrm rot="-5400000">
              <a:off x="7696912" y="2785540"/>
              <a:ext cx="801000" cy="2075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330" name="Google Shape;330;p28"/>
          <p:cNvSpPr txBox="1">
            <a:spLocks noGrp="1"/>
          </p:cNvSpPr>
          <p:nvPr>
            <p:ph type="subTitle" idx="1"/>
          </p:nvPr>
        </p:nvSpPr>
        <p:spPr>
          <a:xfrm>
            <a:off x="246850" y="2620050"/>
            <a:ext cx="6911700" cy="22710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68" userDrawn="1">
          <p15:clr>
            <a:srgbClr val="E46962"/>
          </p15:clr>
        </p15:guide>
        <p15:guide id="2" orient="horz" pos="3081" userDrawn="1">
          <p15:clr>
            <a:srgbClr val="E46962"/>
          </p15:clr>
        </p15:guide>
        <p15:guide id="3" pos="454" userDrawn="1">
          <p15:clr>
            <a:srgbClr val="E46962"/>
          </p15:clr>
        </p15:guide>
        <p15:guide id="4" pos="560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pos="159" userDrawn="1">
          <p15:clr>
            <a:srgbClr val="E46962"/>
          </p15:clr>
        </p15:guide>
        <p15:guide id="7" orient="horz" pos="159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List">
  <p:cSld name="BLANK_1_1_1_1_1_1_1_1_1_1_1_2"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p29"/>
          <p:cNvPicPr preferRelativeResize="0"/>
          <p:nvPr/>
        </p:nvPicPr>
        <p:blipFill rotWithShape="1">
          <a:blip r:embed="rId2">
            <a:alphaModFix/>
          </a:blip>
          <a:srcRect l="72419" t="25661" b="48373"/>
          <a:stretch/>
        </p:blipFill>
        <p:spPr>
          <a:xfrm>
            <a:off x="8451297" y="282525"/>
            <a:ext cx="305451" cy="287577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29"/>
          <p:cNvSpPr txBox="1">
            <a:spLocks noGrp="1"/>
          </p:cNvSpPr>
          <p:nvPr>
            <p:ph type="subTitle" idx="1"/>
          </p:nvPr>
        </p:nvSpPr>
        <p:spPr>
          <a:xfrm>
            <a:off x="246850" y="2493274"/>
            <a:ext cx="2781000" cy="354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2"/>
                </a:highlight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9pPr>
          </a:lstStyle>
          <a:p>
            <a:endParaRPr/>
          </a:p>
        </p:txBody>
      </p:sp>
      <p:sp>
        <p:nvSpPr>
          <p:cNvPr id="334" name="Google Shape;334;p29"/>
          <p:cNvSpPr txBox="1">
            <a:spLocks noGrp="1"/>
          </p:cNvSpPr>
          <p:nvPr>
            <p:ph type="subTitle" idx="2"/>
          </p:nvPr>
        </p:nvSpPr>
        <p:spPr>
          <a:xfrm>
            <a:off x="246850" y="2938475"/>
            <a:ext cx="27930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35" name="Google Shape;335;p29"/>
          <p:cNvSpPr txBox="1">
            <a:spLocks noGrp="1"/>
          </p:cNvSpPr>
          <p:nvPr>
            <p:ph type="subTitle" idx="3"/>
          </p:nvPr>
        </p:nvSpPr>
        <p:spPr>
          <a:xfrm>
            <a:off x="246850" y="3101490"/>
            <a:ext cx="26958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9pPr>
          </a:lstStyle>
          <a:p>
            <a:endParaRPr/>
          </a:p>
        </p:txBody>
      </p:sp>
      <p:sp>
        <p:nvSpPr>
          <p:cNvPr id="336" name="Google Shape;336;p29"/>
          <p:cNvSpPr txBox="1">
            <a:spLocks noGrp="1"/>
          </p:cNvSpPr>
          <p:nvPr>
            <p:ph type="subTitle" idx="4"/>
          </p:nvPr>
        </p:nvSpPr>
        <p:spPr>
          <a:xfrm>
            <a:off x="3135975" y="2493274"/>
            <a:ext cx="2781000" cy="354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9pPr>
          </a:lstStyle>
          <a:p>
            <a:endParaRPr/>
          </a:p>
        </p:txBody>
      </p:sp>
      <p:sp>
        <p:nvSpPr>
          <p:cNvPr id="337" name="Google Shape;337;p29"/>
          <p:cNvSpPr txBox="1">
            <a:spLocks noGrp="1"/>
          </p:cNvSpPr>
          <p:nvPr>
            <p:ph type="subTitle" idx="5"/>
          </p:nvPr>
        </p:nvSpPr>
        <p:spPr>
          <a:xfrm>
            <a:off x="3135975" y="4097621"/>
            <a:ext cx="2781000" cy="354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5"/>
                </a:highlight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9pPr>
          </a:lstStyle>
          <a:p>
            <a:endParaRPr/>
          </a:p>
        </p:txBody>
      </p:sp>
      <p:sp>
        <p:nvSpPr>
          <p:cNvPr id="338" name="Google Shape;338;p29"/>
          <p:cNvSpPr txBox="1">
            <a:spLocks noGrp="1"/>
          </p:cNvSpPr>
          <p:nvPr>
            <p:ph type="title"/>
          </p:nvPr>
        </p:nvSpPr>
        <p:spPr>
          <a:xfrm>
            <a:off x="237641" y="203879"/>
            <a:ext cx="6480300" cy="2124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15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39" name="Google Shape;339;p29"/>
          <p:cNvSpPr txBox="1">
            <a:spLocks noGrp="1"/>
          </p:cNvSpPr>
          <p:nvPr>
            <p:ph type="subTitle" idx="6"/>
          </p:nvPr>
        </p:nvSpPr>
        <p:spPr>
          <a:xfrm>
            <a:off x="246850" y="3513916"/>
            <a:ext cx="27930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40" name="Google Shape;340;p29"/>
          <p:cNvSpPr txBox="1">
            <a:spLocks noGrp="1"/>
          </p:cNvSpPr>
          <p:nvPr>
            <p:ph type="subTitle" idx="7"/>
          </p:nvPr>
        </p:nvSpPr>
        <p:spPr>
          <a:xfrm>
            <a:off x="246850" y="3676931"/>
            <a:ext cx="26958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9pPr>
          </a:lstStyle>
          <a:p>
            <a:endParaRPr/>
          </a:p>
        </p:txBody>
      </p:sp>
      <p:sp>
        <p:nvSpPr>
          <p:cNvPr id="341" name="Google Shape;341;p29"/>
          <p:cNvSpPr txBox="1">
            <a:spLocks noGrp="1"/>
          </p:cNvSpPr>
          <p:nvPr>
            <p:ph type="subTitle" idx="8"/>
          </p:nvPr>
        </p:nvSpPr>
        <p:spPr>
          <a:xfrm>
            <a:off x="246850" y="4098291"/>
            <a:ext cx="27930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42" name="Google Shape;342;p29"/>
          <p:cNvSpPr txBox="1">
            <a:spLocks noGrp="1"/>
          </p:cNvSpPr>
          <p:nvPr>
            <p:ph type="subTitle" idx="9"/>
          </p:nvPr>
        </p:nvSpPr>
        <p:spPr>
          <a:xfrm>
            <a:off x="246850" y="4261306"/>
            <a:ext cx="26958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9pPr>
          </a:lstStyle>
          <a:p>
            <a:endParaRPr/>
          </a:p>
        </p:txBody>
      </p:sp>
      <p:sp>
        <p:nvSpPr>
          <p:cNvPr id="343" name="Google Shape;343;p29"/>
          <p:cNvSpPr txBox="1">
            <a:spLocks noGrp="1"/>
          </p:cNvSpPr>
          <p:nvPr>
            <p:ph type="subTitle" idx="13"/>
          </p:nvPr>
        </p:nvSpPr>
        <p:spPr>
          <a:xfrm>
            <a:off x="3135975" y="2938475"/>
            <a:ext cx="27930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44" name="Google Shape;344;p29"/>
          <p:cNvSpPr txBox="1">
            <a:spLocks noGrp="1"/>
          </p:cNvSpPr>
          <p:nvPr>
            <p:ph type="subTitle" idx="14"/>
          </p:nvPr>
        </p:nvSpPr>
        <p:spPr>
          <a:xfrm>
            <a:off x="3135975" y="3101490"/>
            <a:ext cx="26958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9pPr>
          </a:lstStyle>
          <a:p>
            <a:endParaRPr/>
          </a:p>
        </p:txBody>
      </p:sp>
      <p:sp>
        <p:nvSpPr>
          <p:cNvPr id="345" name="Google Shape;345;p29"/>
          <p:cNvSpPr txBox="1">
            <a:spLocks noGrp="1"/>
          </p:cNvSpPr>
          <p:nvPr>
            <p:ph type="subTitle" idx="15"/>
          </p:nvPr>
        </p:nvSpPr>
        <p:spPr>
          <a:xfrm>
            <a:off x="3135975" y="3513916"/>
            <a:ext cx="27930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46" name="Google Shape;346;p29"/>
          <p:cNvSpPr txBox="1">
            <a:spLocks noGrp="1"/>
          </p:cNvSpPr>
          <p:nvPr>
            <p:ph type="subTitle" idx="16"/>
          </p:nvPr>
        </p:nvSpPr>
        <p:spPr>
          <a:xfrm>
            <a:off x="3135975" y="3676931"/>
            <a:ext cx="26958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9pPr>
          </a:lstStyle>
          <a:p>
            <a:endParaRPr/>
          </a:p>
        </p:txBody>
      </p:sp>
      <p:sp>
        <p:nvSpPr>
          <p:cNvPr id="347" name="Google Shape;347;p29"/>
          <p:cNvSpPr txBox="1">
            <a:spLocks noGrp="1"/>
          </p:cNvSpPr>
          <p:nvPr>
            <p:ph type="subTitle" idx="17"/>
          </p:nvPr>
        </p:nvSpPr>
        <p:spPr>
          <a:xfrm>
            <a:off x="3135975" y="4546391"/>
            <a:ext cx="27930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48" name="Google Shape;348;p29"/>
          <p:cNvSpPr txBox="1">
            <a:spLocks noGrp="1"/>
          </p:cNvSpPr>
          <p:nvPr>
            <p:ph type="subTitle" idx="18"/>
          </p:nvPr>
        </p:nvSpPr>
        <p:spPr>
          <a:xfrm>
            <a:off x="3135975" y="4709406"/>
            <a:ext cx="26958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68" userDrawn="1">
          <p15:clr>
            <a:srgbClr val="E46962"/>
          </p15:clr>
        </p15:guide>
        <p15:guide id="2" orient="horz" pos="3081" userDrawn="1">
          <p15:clr>
            <a:srgbClr val="E46962"/>
          </p15:clr>
        </p15:guide>
        <p15:guide id="3" pos="454" userDrawn="1">
          <p15:clr>
            <a:srgbClr val="E46962"/>
          </p15:clr>
        </p15:guide>
        <p15:guide id="4" pos="560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pos="159" userDrawn="1">
          <p15:clr>
            <a:srgbClr val="E46962"/>
          </p15:clr>
        </p15:guide>
        <p15:guide id="7" orient="horz" pos="159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ext Steps">
  <p:cSld name="BLANK_1_1_1_1_1_1_1_1_1_1_1_1_1_1_1_1_2_1_1"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0" name="Google Shape;350;p30"/>
          <p:cNvGrpSpPr/>
          <p:nvPr/>
        </p:nvGrpSpPr>
        <p:grpSpPr>
          <a:xfrm>
            <a:off x="3343784" y="3174433"/>
            <a:ext cx="4804343" cy="1969075"/>
            <a:chOff x="4110075" y="3174500"/>
            <a:chExt cx="4385125" cy="2181075"/>
          </a:xfrm>
        </p:grpSpPr>
        <p:sp>
          <p:nvSpPr>
            <p:cNvPr id="351" name="Google Shape;351;p30"/>
            <p:cNvSpPr/>
            <p:nvPr/>
          </p:nvSpPr>
          <p:spPr>
            <a:xfrm>
              <a:off x="5326300" y="4270475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52" name="Google Shape;352;p30"/>
            <p:cNvSpPr/>
            <p:nvPr/>
          </p:nvSpPr>
          <p:spPr>
            <a:xfrm>
              <a:off x="4707825" y="3698700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53" name="Google Shape;353;p30"/>
            <p:cNvSpPr/>
            <p:nvPr/>
          </p:nvSpPr>
          <p:spPr>
            <a:xfrm>
              <a:off x="4110075" y="3174500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354" name="Google Shape;354;p30"/>
          <p:cNvGrpSpPr/>
          <p:nvPr/>
        </p:nvGrpSpPr>
        <p:grpSpPr>
          <a:xfrm>
            <a:off x="4340393" y="1752191"/>
            <a:ext cx="4804343" cy="1969075"/>
            <a:chOff x="4110075" y="3174500"/>
            <a:chExt cx="4385125" cy="2181075"/>
          </a:xfrm>
        </p:grpSpPr>
        <p:sp>
          <p:nvSpPr>
            <p:cNvPr id="355" name="Google Shape;355;p30"/>
            <p:cNvSpPr/>
            <p:nvPr/>
          </p:nvSpPr>
          <p:spPr>
            <a:xfrm>
              <a:off x="5326300" y="4270475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56" name="Google Shape;356;p30"/>
            <p:cNvSpPr/>
            <p:nvPr/>
          </p:nvSpPr>
          <p:spPr>
            <a:xfrm>
              <a:off x="4707825" y="3698700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57" name="Google Shape;357;p30"/>
            <p:cNvSpPr/>
            <p:nvPr/>
          </p:nvSpPr>
          <p:spPr>
            <a:xfrm>
              <a:off x="4110075" y="3174500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grpSp>
        <p:nvGrpSpPr>
          <p:cNvPr id="358" name="Google Shape;358;p30"/>
          <p:cNvGrpSpPr/>
          <p:nvPr/>
        </p:nvGrpSpPr>
        <p:grpSpPr>
          <a:xfrm>
            <a:off x="4790942" y="0"/>
            <a:ext cx="4353074" cy="2254435"/>
            <a:chOff x="5469800" y="-26200"/>
            <a:chExt cx="3674100" cy="2368850"/>
          </a:xfrm>
        </p:grpSpPr>
        <p:sp>
          <p:nvSpPr>
            <p:cNvPr id="359" name="Google Shape;359;p30"/>
            <p:cNvSpPr/>
            <p:nvPr/>
          </p:nvSpPr>
          <p:spPr>
            <a:xfrm>
              <a:off x="5701100" y="1018750"/>
              <a:ext cx="3442800" cy="13239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60" name="Google Shape;360;p30"/>
            <p:cNvSpPr/>
            <p:nvPr/>
          </p:nvSpPr>
          <p:spPr>
            <a:xfrm>
              <a:off x="5469800" y="-26200"/>
              <a:ext cx="3674100" cy="1944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grpSp>
        <p:nvGrpSpPr>
          <p:cNvPr id="361" name="Google Shape;361;p30"/>
          <p:cNvGrpSpPr/>
          <p:nvPr/>
        </p:nvGrpSpPr>
        <p:grpSpPr>
          <a:xfrm>
            <a:off x="4340407" y="3174433"/>
            <a:ext cx="4804343" cy="1969075"/>
            <a:chOff x="4110075" y="3174500"/>
            <a:chExt cx="4385125" cy="2181075"/>
          </a:xfrm>
        </p:grpSpPr>
        <p:sp>
          <p:nvSpPr>
            <p:cNvPr id="362" name="Google Shape;362;p30"/>
            <p:cNvSpPr/>
            <p:nvPr/>
          </p:nvSpPr>
          <p:spPr>
            <a:xfrm>
              <a:off x="5326300" y="4270475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63" name="Google Shape;363;p30"/>
            <p:cNvSpPr/>
            <p:nvPr/>
          </p:nvSpPr>
          <p:spPr>
            <a:xfrm>
              <a:off x="4707825" y="3698700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64" name="Google Shape;364;p30"/>
            <p:cNvSpPr/>
            <p:nvPr/>
          </p:nvSpPr>
          <p:spPr>
            <a:xfrm>
              <a:off x="4110075" y="3174500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365" name="Google Shape;365;p30"/>
          <p:cNvSpPr txBox="1">
            <a:spLocks noGrp="1"/>
          </p:cNvSpPr>
          <p:nvPr>
            <p:ph type="subTitle" idx="1"/>
          </p:nvPr>
        </p:nvSpPr>
        <p:spPr>
          <a:xfrm>
            <a:off x="5619076" y="1752200"/>
            <a:ext cx="2247600" cy="506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>
            <a:endParaRPr/>
          </a:p>
        </p:txBody>
      </p:sp>
      <p:sp>
        <p:nvSpPr>
          <p:cNvPr id="366" name="Google Shape;366;p30"/>
          <p:cNvSpPr txBox="1">
            <a:spLocks noGrp="1"/>
          </p:cNvSpPr>
          <p:nvPr>
            <p:ph type="subTitle" idx="2"/>
          </p:nvPr>
        </p:nvSpPr>
        <p:spPr>
          <a:xfrm>
            <a:off x="5619076" y="2971501"/>
            <a:ext cx="2291400" cy="486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>
            <a:endParaRPr/>
          </a:p>
        </p:txBody>
      </p:sp>
      <p:sp>
        <p:nvSpPr>
          <p:cNvPr id="367" name="Google Shape;367;p30"/>
          <p:cNvSpPr txBox="1">
            <a:spLocks noGrp="1"/>
          </p:cNvSpPr>
          <p:nvPr>
            <p:ph type="subTitle" idx="3"/>
          </p:nvPr>
        </p:nvSpPr>
        <p:spPr>
          <a:xfrm>
            <a:off x="5619076" y="603850"/>
            <a:ext cx="2291400" cy="506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>
            <a:endParaRPr/>
          </a:p>
        </p:txBody>
      </p:sp>
      <p:sp>
        <p:nvSpPr>
          <p:cNvPr id="368" name="Google Shape;368;p30"/>
          <p:cNvSpPr txBox="1">
            <a:spLocks noGrp="1"/>
          </p:cNvSpPr>
          <p:nvPr>
            <p:ph type="subTitle" idx="4"/>
          </p:nvPr>
        </p:nvSpPr>
        <p:spPr>
          <a:xfrm>
            <a:off x="5619076" y="2339999"/>
            <a:ext cx="2436300" cy="486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69" name="Google Shape;369;p30"/>
          <p:cNvSpPr txBox="1">
            <a:spLocks noGrp="1"/>
          </p:cNvSpPr>
          <p:nvPr>
            <p:ph type="subTitle" idx="5"/>
          </p:nvPr>
        </p:nvSpPr>
        <p:spPr>
          <a:xfrm>
            <a:off x="5619076" y="1179625"/>
            <a:ext cx="2436300" cy="486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70" name="Google Shape;370;p30"/>
          <p:cNvSpPr txBox="1">
            <a:spLocks noGrp="1"/>
          </p:cNvSpPr>
          <p:nvPr>
            <p:ph type="subTitle" idx="6"/>
          </p:nvPr>
        </p:nvSpPr>
        <p:spPr>
          <a:xfrm>
            <a:off x="5619076" y="3518350"/>
            <a:ext cx="2436300" cy="486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71" name="Google Shape;371;p30"/>
          <p:cNvSpPr txBox="1">
            <a:spLocks noGrp="1"/>
          </p:cNvSpPr>
          <p:nvPr>
            <p:ph type="title"/>
          </p:nvPr>
        </p:nvSpPr>
        <p:spPr>
          <a:xfrm>
            <a:off x="743700" y="743700"/>
            <a:ext cx="4686000" cy="1836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77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pos="5601" userDrawn="1">
          <p15:clr>
            <a:srgbClr val="E46962"/>
          </p15:clr>
        </p15:guide>
        <p15:guide id="3" orient="horz" pos="468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pos="159" userDrawn="1">
          <p15:clr>
            <a:srgbClr val="E46962"/>
          </p15:clr>
        </p15:guide>
        <p15:guide id="7" orient="horz" pos="159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 - Alt 1">
  <p:cSld name="BLANK_1_1_1_1_1_1_2">
    <p:bg>
      <p:bgPr>
        <a:solidFill>
          <a:schemeClr val="accent2"/>
        </a:solidFill>
        <a:effectLst/>
      </p:bgPr>
    </p:bg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3" name="Google Shape;373;p31"/>
          <p:cNvGrpSpPr/>
          <p:nvPr/>
        </p:nvGrpSpPr>
        <p:grpSpPr>
          <a:xfrm>
            <a:off x="2337800" y="-3225"/>
            <a:ext cx="6806000" cy="5187625"/>
            <a:chOff x="2337800" y="-3225"/>
            <a:chExt cx="6806000" cy="5187625"/>
          </a:xfrm>
        </p:grpSpPr>
        <p:sp>
          <p:nvSpPr>
            <p:cNvPr id="374" name="Google Shape;374;p31"/>
            <p:cNvSpPr/>
            <p:nvPr/>
          </p:nvSpPr>
          <p:spPr>
            <a:xfrm>
              <a:off x="4521450" y="1439175"/>
              <a:ext cx="4018800" cy="902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75" name="Google Shape;375;p31"/>
            <p:cNvSpPr/>
            <p:nvPr/>
          </p:nvSpPr>
          <p:spPr>
            <a:xfrm>
              <a:off x="3555075" y="2289675"/>
              <a:ext cx="3597000" cy="1442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76" name="Google Shape;376;p31"/>
            <p:cNvSpPr/>
            <p:nvPr/>
          </p:nvSpPr>
          <p:spPr>
            <a:xfrm>
              <a:off x="5626900" y="-3225"/>
              <a:ext cx="3516900" cy="18369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77" name="Google Shape;377;p31"/>
            <p:cNvSpPr/>
            <p:nvPr/>
          </p:nvSpPr>
          <p:spPr>
            <a:xfrm>
              <a:off x="2337800" y="3695800"/>
              <a:ext cx="3597000" cy="1488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378" name="Google Shape;378;p31"/>
          <p:cNvSpPr txBox="1">
            <a:spLocks noGrp="1"/>
          </p:cNvSpPr>
          <p:nvPr>
            <p:ph type="title"/>
          </p:nvPr>
        </p:nvSpPr>
        <p:spPr>
          <a:xfrm>
            <a:off x="743700" y="743700"/>
            <a:ext cx="4299000" cy="17925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77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9pPr>
          </a:lstStyle>
          <a:p>
            <a:endParaRPr/>
          </a:p>
        </p:txBody>
      </p:sp>
      <p:sp>
        <p:nvSpPr>
          <p:cNvPr id="379" name="Google Shape;379;p31"/>
          <p:cNvSpPr txBox="1">
            <a:spLocks noGrp="1"/>
          </p:cNvSpPr>
          <p:nvPr>
            <p:ph type="title" idx="2"/>
          </p:nvPr>
        </p:nvSpPr>
        <p:spPr>
          <a:xfrm>
            <a:off x="3872475" y="2694025"/>
            <a:ext cx="2962200" cy="1705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9pPr>
          </a:lstStyle>
          <a:p>
            <a:endParaRPr/>
          </a:p>
        </p:txBody>
      </p:sp>
      <p:pic>
        <p:nvPicPr>
          <p:cNvPr id="380" name="Google Shape;380;p31"/>
          <p:cNvPicPr preferRelativeResize="0"/>
          <p:nvPr/>
        </p:nvPicPr>
        <p:blipFill rotWithShape="1">
          <a:blip r:embed="rId2">
            <a:alphaModFix/>
          </a:blip>
          <a:srcRect l="8383" t="26262" r="59409" b="47660"/>
          <a:stretch/>
        </p:blipFill>
        <p:spPr>
          <a:xfrm>
            <a:off x="642782" y="4271023"/>
            <a:ext cx="201843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1" name="Google Shape;381;p31"/>
          <p:cNvPicPr preferRelativeResize="0"/>
          <p:nvPr/>
        </p:nvPicPr>
        <p:blipFill rotWithShape="1">
          <a:blip r:embed="rId2">
            <a:alphaModFix/>
          </a:blip>
          <a:srcRect l="8383" t="26262" r="59409" b="47660"/>
          <a:stretch/>
        </p:blipFill>
        <p:spPr>
          <a:xfrm>
            <a:off x="7688117" y="4164648"/>
            <a:ext cx="201843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2" name="Google Shape;382;p31"/>
          <p:cNvPicPr preferRelativeResize="0"/>
          <p:nvPr/>
        </p:nvPicPr>
        <p:blipFill rotWithShape="1">
          <a:blip r:embed="rId2">
            <a:alphaModFix/>
          </a:blip>
          <a:srcRect l="8383" t="26262" r="59409" b="47660"/>
          <a:stretch/>
        </p:blipFill>
        <p:spPr>
          <a:xfrm>
            <a:off x="7972601" y="3033048"/>
            <a:ext cx="201843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3" name="Google Shape;383;p31"/>
          <p:cNvPicPr preferRelativeResize="0"/>
          <p:nvPr/>
        </p:nvPicPr>
        <p:blipFill rotWithShape="1">
          <a:blip r:embed="rId2">
            <a:alphaModFix/>
          </a:blip>
          <a:srcRect l="8383" t="26262" r="59409" b="47660"/>
          <a:stretch/>
        </p:blipFill>
        <p:spPr>
          <a:xfrm>
            <a:off x="4521457" y="445923"/>
            <a:ext cx="201843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4" name="Google Shape;384;p31"/>
          <p:cNvPicPr preferRelativeResize="0"/>
          <p:nvPr/>
        </p:nvPicPr>
        <p:blipFill rotWithShape="1">
          <a:blip r:embed="rId3">
            <a:alphaModFix/>
          </a:blip>
          <a:srcRect l="6521" r="6521"/>
          <a:stretch/>
        </p:blipFill>
        <p:spPr>
          <a:xfrm>
            <a:off x="7284429" y="4399798"/>
            <a:ext cx="201844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5" name="Google Shape;385;p31"/>
          <p:cNvPicPr preferRelativeResize="0"/>
          <p:nvPr/>
        </p:nvPicPr>
        <p:blipFill rotWithShape="1">
          <a:blip r:embed="rId3">
            <a:alphaModFix/>
          </a:blip>
          <a:srcRect l="6521" r="6521"/>
          <a:stretch/>
        </p:blipFill>
        <p:spPr>
          <a:xfrm>
            <a:off x="3555079" y="1833673"/>
            <a:ext cx="201844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6" name="Google Shape;386;p31"/>
          <p:cNvPicPr preferRelativeResize="0"/>
          <p:nvPr/>
        </p:nvPicPr>
        <p:blipFill rotWithShape="1">
          <a:blip r:embed="rId4">
            <a:alphaModFix/>
          </a:blip>
          <a:srcRect l="6521" r="6521"/>
          <a:stretch/>
        </p:blipFill>
        <p:spPr>
          <a:xfrm>
            <a:off x="3171717" y="4206373"/>
            <a:ext cx="201844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7" name="Google Shape;387;p31"/>
          <p:cNvPicPr preferRelativeResize="0"/>
          <p:nvPr/>
        </p:nvPicPr>
        <p:blipFill rotWithShape="1">
          <a:blip r:embed="rId4">
            <a:alphaModFix/>
          </a:blip>
          <a:srcRect l="6521" r="6521"/>
          <a:stretch/>
        </p:blipFill>
        <p:spPr>
          <a:xfrm>
            <a:off x="6834679" y="504998"/>
            <a:ext cx="201844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8" name="Google Shape;388;p31"/>
          <p:cNvPicPr preferRelativeResize="0"/>
          <p:nvPr/>
        </p:nvPicPr>
        <p:blipFill rotWithShape="1">
          <a:blip r:embed="rId3">
            <a:alphaModFix/>
          </a:blip>
          <a:srcRect l="6521" r="6521"/>
          <a:stretch/>
        </p:blipFill>
        <p:spPr>
          <a:xfrm>
            <a:off x="1392254" y="3161673"/>
            <a:ext cx="201844" cy="16341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9" name="Google Shape;389;p31"/>
          <p:cNvGrpSpPr/>
          <p:nvPr/>
        </p:nvGrpSpPr>
        <p:grpSpPr>
          <a:xfrm>
            <a:off x="7517552" y="1728897"/>
            <a:ext cx="139297" cy="110523"/>
            <a:chOff x="2601950" y="1974675"/>
            <a:chExt cx="2474200" cy="1963100"/>
          </a:xfrm>
        </p:grpSpPr>
        <p:sp>
          <p:nvSpPr>
            <p:cNvPr id="390" name="Google Shape;390;p31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91" name="Google Shape;391;p31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92" name="Google Shape;392;p31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93" name="Google Shape;393;p31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94" name="Google Shape;394;p31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95" name="Google Shape;395;p31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96" name="Google Shape;396;p31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pos="5601" userDrawn="1">
          <p15:clr>
            <a:srgbClr val="E46962"/>
          </p15:clr>
        </p15:guide>
        <p15:guide id="3" orient="horz" pos="468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orient="horz" pos="2772" userDrawn="1">
          <p15:clr>
            <a:srgbClr val="E46962"/>
          </p15:clr>
        </p15:guide>
        <p15:guide id="6" orient="horz" pos="159" userDrawn="1">
          <p15:clr>
            <a:srgbClr val="E46962"/>
          </p15:clr>
        </p15:guide>
        <p15:guide id="7" pos="5292" userDrawn="1">
          <p15:clr>
            <a:srgbClr val="E46962"/>
          </p15:clr>
        </p15:guide>
        <p15:guide id="8" pos="159" userDrawn="1">
          <p15:clr>
            <a:srgbClr val="E46962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3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99" name="Google Shape;399;p3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3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3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3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3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07" name="Google Shape;407;p3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08" name="Google Shape;408;p3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3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3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13" name="Google Shape;413;p3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3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3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18" name="Google Shape;418;p3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19" name="Google Shape;419;p3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4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4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24" name="Google Shape;424;p4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43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28" name="Google Shape;428;p43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29" name="Google Shape;429;p43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30" name="Google Shape;430;p43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31" name="Google Shape;431;p43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32" name="Google Shape;432;p43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33" name="Google Shape;433;p43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4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4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37" name="Google Shape;437;p44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45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40" name="Google Shape;440;p45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41" name="Google Shape;441;p45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42" name="Google Shape;442;p45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43" name="Google Shape;443;p45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46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46" name="Google Shape;446;p46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47" name="Google Shape;447;p46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48" name="Google Shape;448;p46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49" name="Google Shape;449;p46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50" name="Google Shape;450;p46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51" name="Google Shape;451;p46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p47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54" name="Google Shape;454;p47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55" name="Google Shape;455;p47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56" name="Google Shape;456;p47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57" name="Google Shape;457;p47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58" name="Google Shape;458;p47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59" name="Google Shape;459;p47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60" name="Google Shape;460;p47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61" name="Google Shape;461;p47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4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64" name="Google Shape;464;p48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49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67" name="Google Shape;467;p49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68" name="Google Shape;468;p49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69" name="Google Shape;469;p49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70" name="Google Shape;470;p4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49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472" name="Google Shape;472;p49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50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75" name="Google Shape;475;p50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76" name="Google Shape;476;p50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77" name="Google Shape;477;p50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78" name="Google Shape;478;p50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79" name="Google Shape;479;p50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80" name="Google Shape;480;p5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81" name="Google Shape;481;p50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482" name="Google Shape;482;p50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483" name="Google Shape;483;p50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51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52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88" name="Google Shape;488;p52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89" name="Google Shape;489;p52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90" name="Google Shape;490;p52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91" name="Google Shape;491;p52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92" name="Google Shape;492;p52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93" name="Google Shape;493;p52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4" name="Google Shape;494;p52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95" name="Google Shape;495;p52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96" name="Google Shape;496;p52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 userDrawn="1">
          <p15:clr>
            <a:srgbClr val="E46962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26" Type="http://schemas.openxmlformats.org/officeDocument/2006/relationships/slideLayout" Target="../slideLayouts/slideLayout37.xml"/><Relationship Id="rId39" Type="http://schemas.openxmlformats.org/officeDocument/2006/relationships/slideLayout" Target="../slideLayouts/slideLayout50.xml"/><Relationship Id="rId21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45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5" Type="http://schemas.openxmlformats.org/officeDocument/2006/relationships/slideLayout" Target="../slideLayouts/slideLayout36.xml"/><Relationship Id="rId33" Type="http://schemas.openxmlformats.org/officeDocument/2006/relationships/slideLayout" Target="../slideLayouts/slideLayout44.xml"/><Relationship Id="rId38" Type="http://schemas.openxmlformats.org/officeDocument/2006/relationships/slideLayout" Target="../slideLayouts/slideLayout49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29" Type="http://schemas.openxmlformats.org/officeDocument/2006/relationships/slideLayout" Target="../slideLayouts/slideLayout40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35.xml"/><Relationship Id="rId32" Type="http://schemas.openxmlformats.org/officeDocument/2006/relationships/slideLayout" Target="../slideLayouts/slideLayout43.xml"/><Relationship Id="rId37" Type="http://schemas.openxmlformats.org/officeDocument/2006/relationships/slideLayout" Target="../slideLayouts/slideLayout48.xml"/><Relationship Id="rId40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23" Type="http://schemas.openxmlformats.org/officeDocument/2006/relationships/slideLayout" Target="../slideLayouts/slideLayout34.xml"/><Relationship Id="rId28" Type="http://schemas.openxmlformats.org/officeDocument/2006/relationships/slideLayout" Target="../slideLayouts/slideLayout39.xml"/><Relationship Id="rId36" Type="http://schemas.openxmlformats.org/officeDocument/2006/relationships/slideLayout" Target="../slideLayouts/slideLayout47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42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Relationship Id="rId27" Type="http://schemas.openxmlformats.org/officeDocument/2006/relationships/slideLayout" Target="../slideLayouts/slideLayout38.xml"/><Relationship Id="rId30" Type="http://schemas.openxmlformats.org/officeDocument/2006/relationships/slideLayout" Target="../slideLayouts/slideLayout41.xml"/><Relationship Id="rId35" Type="http://schemas.openxmlformats.org/officeDocument/2006/relationships/slideLayout" Target="../slideLayouts/slideLayout46.xml"/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2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Space Grotesk"/>
              <a:buChar char="●"/>
              <a:defRPr sz="18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○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■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●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○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■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●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○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■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  <p:sldLayoutId id="2147483679" r:id="rId21"/>
    <p:sldLayoutId id="2147483680" r:id="rId22"/>
    <p:sldLayoutId id="2147483681" r:id="rId23"/>
    <p:sldLayoutId id="2147483682" r:id="rId24"/>
    <p:sldLayoutId id="2147483683" r:id="rId25"/>
    <p:sldLayoutId id="2147483684" r:id="rId26"/>
    <p:sldLayoutId id="2147483685" r:id="rId27"/>
    <p:sldLayoutId id="2147483686" r:id="rId28"/>
    <p:sldLayoutId id="2147483687" r:id="rId29"/>
    <p:sldLayoutId id="2147483688" r:id="rId30"/>
    <p:sldLayoutId id="2147483689" r:id="rId31"/>
    <p:sldLayoutId id="2147483690" r:id="rId32"/>
    <p:sldLayoutId id="2147483691" r:id="rId33"/>
    <p:sldLayoutId id="2147483692" r:id="rId34"/>
    <p:sldLayoutId id="2147483693" r:id="rId35"/>
    <p:sldLayoutId id="2147483694" r:id="rId36"/>
    <p:sldLayoutId id="2147483695" r:id="rId37"/>
    <p:sldLayoutId id="2147483696" r:id="rId38"/>
    <p:sldLayoutId id="2147483697" r:id="rId3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159" userDrawn="1">
          <p15:clr>
            <a:srgbClr val="E46962"/>
          </p15:clr>
        </p15:guide>
        <p15:guide id="2" orient="horz" pos="171" userDrawn="1">
          <p15:clr>
            <a:srgbClr val="E46962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53"/>
          <p:cNvSpPr txBox="1">
            <a:spLocks noGrp="1"/>
          </p:cNvSpPr>
          <p:nvPr>
            <p:ph type="title" idx="4"/>
          </p:nvPr>
        </p:nvSpPr>
        <p:spPr>
          <a:xfrm>
            <a:off x="497850" y="272825"/>
            <a:ext cx="8148300" cy="90045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buClr>
                <a:schemeClr val="dk1"/>
              </a:buClr>
              <a:buSzPts val="1100"/>
            </a:pPr>
            <a:r>
              <a:rPr lang="en" sz="3900" dirty="0"/>
              <a:t>JavaScript </a:t>
            </a:r>
            <a:r>
              <a:rPr lang="en" sz="3900" err="1"/>
              <a:t>কী</a:t>
            </a:r>
            <a:r>
              <a:rPr lang="en" sz="3900" dirty="0"/>
              <a:t> </a:t>
            </a:r>
            <a:r>
              <a:rPr lang="en" sz="3900" err="1"/>
              <a:t>এবং</a:t>
            </a:r>
            <a:r>
              <a:rPr lang="en" sz="3900" dirty="0"/>
              <a:t> </a:t>
            </a:r>
            <a:r>
              <a:rPr lang="en" sz="3900" err="1"/>
              <a:t>কেন</a:t>
            </a:r>
            <a:r>
              <a:rPr lang="en" sz="3900" dirty="0"/>
              <a:t> </a:t>
            </a:r>
            <a:r>
              <a:rPr lang="en" sz="3900" err="1"/>
              <a:t>ব্যবহার</a:t>
            </a:r>
            <a:r>
              <a:rPr lang="en" sz="3900" dirty="0"/>
              <a:t> </a:t>
            </a:r>
            <a:r>
              <a:rPr lang="en" sz="3900" err="1"/>
              <a:t>হয়</a:t>
            </a:r>
            <a:r>
              <a:rPr lang="en" sz="3900" dirty="0"/>
              <a:t>? </a:t>
            </a:r>
            <a:r>
              <a:rPr lang="en" sz="1800" b="1" dirty="0">
                <a:solidFill>
                  <a:schemeClr val="accent5">
                    <a:lumMod val="20000"/>
                    <a:lumOff val="80000"/>
                  </a:schemeClr>
                </a:solidFill>
              </a:rPr>
              <a:t>Diary page</a:t>
            </a:r>
            <a:r>
              <a:rPr lang="en" sz="3900" b="1" dirty="0">
                <a:solidFill>
                  <a:schemeClr val="accent5">
                    <a:lumMod val="20000"/>
                    <a:lumOff val="80000"/>
                  </a:schemeClr>
                </a:solidFill>
              </a:rPr>
              <a:t> </a:t>
            </a:r>
            <a:r>
              <a:rPr lang="en" sz="1800" b="1">
                <a:solidFill>
                  <a:schemeClr val="accent5">
                    <a:lumMod val="20000"/>
                    <a:lumOff val="80000"/>
                  </a:schemeClr>
                </a:solidFill>
              </a:rPr>
              <a:t>0 1 April</a:t>
            </a:r>
            <a:endParaRPr lang="en-US">
              <a:solidFill>
                <a:schemeClr val="accent5">
                  <a:lumMod val="20000"/>
                  <a:lumOff val="80000"/>
                </a:schemeClr>
              </a:solidFill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02" name="Google Shape;502;p53"/>
          <p:cNvSpPr txBox="1"/>
          <p:nvPr/>
        </p:nvSpPr>
        <p:spPr>
          <a:xfrm>
            <a:off x="497850" y="1282000"/>
            <a:ext cx="7903200" cy="34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high-level, interpreted, single-threaded programming language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মূলত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web page-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dynamic ও interactive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জন্য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ব্যবহার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কেন</a:t>
            </a:r>
            <a:r>
              <a:rPr lang="en" sz="13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 </a:t>
            </a:r>
            <a:r>
              <a:rPr lang="en" sz="13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ব্যবহার</a:t>
            </a:r>
            <a:r>
              <a:rPr lang="en" sz="13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3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3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?</a:t>
            </a:r>
            <a:endParaRPr sz="13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ব্যবহার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কারণ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—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Web page-এ interactivity আনে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যেমন: button click, form validation, popup, animation ইত্যাদি।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Client-side processing করে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Server call ছাড়াই browser-এই কাজ সম্পন্ন হয়, তাই performance ভালো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Backend-এও ব্যবহার করা যায়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Node.js দিয়ে server-side application তৈরি করা যায়।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Cross-platform language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Browser, mobile app, desktop app—সব জায়গায় চলে।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Huge ecosystem আছে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React, Angular, Vue, Express এর মতো powerful framework/library রয়েছে।</a:t>
            </a:r>
            <a:endParaRPr sz="18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p54"/>
          <p:cNvSpPr txBox="1">
            <a:spLocks noGrp="1"/>
          </p:cNvSpPr>
          <p:nvPr>
            <p:ph type="title" idx="4"/>
          </p:nvPr>
        </p:nvSpPr>
        <p:spPr>
          <a:xfrm>
            <a:off x="497850" y="710975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/>
              <a:t>JavaScript engine কী?</a:t>
            </a:r>
            <a:endParaRPr sz="39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08" name="Google Shape;508;p54"/>
          <p:cNvSpPr txBox="1"/>
          <p:nvPr/>
        </p:nvSpPr>
        <p:spPr>
          <a:xfrm>
            <a:off x="497850" y="1282000"/>
            <a:ext cx="7903200" cy="336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Engine হলো এমন একটি program যা JavaScript code কে machine-understandable format-এ convert করে execute করে।অর্থাৎ, আমরা যে JS লিখি, engine সেটাকে পড়ে → interpret / compile করে → computer কে দিয়ে কাজ করায়।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Engine কীভাবে কাজ করে?</a:t>
            </a:r>
            <a:endParaRPr sz="13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engine সাধারণত ৩টা ধাপে কাজ করে: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Parsing –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Code কে Abstract Syntax Tree (AST) তে convert করে।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Compilation (JIT) –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Code কে bytecode বা machine code-এ রূপান্তর করে দ্রুত চালানোর জন্য।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Execution –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 Stack, Heap, Event Loop ব্যবহার করে code execute করে।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55"/>
          <p:cNvSpPr txBox="1">
            <a:spLocks noGrp="1"/>
          </p:cNvSpPr>
          <p:nvPr>
            <p:ph type="title" idx="4"/>
          </p:nvPr>
        </p:nvSpPr>
        <p:spPr>
          <a:xfrm>
            <a:off x="497850" y="710975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/>
              <a:t>V8 engine কী?</a:t>
            </a:r>
            <a:endParaRPr sz="39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14" name="Google Shape;514;p55"/>
          <p:cNvSpPr txBox="1"/>
          <p:nvPr/>
        </p:nvSpPr>
        <p:spPr>
          <a:xfrm>
            <a:off x="497850" y="1282000"/>
            <a:ext cx="7903200" cy="28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V8 হলো Google তৈরি করা একটি high-performance JavaScript engine, যা JavaScript code কে খুব দ্রুত machine code-এ convert করে execute করে। এটি মূলত Google Chrome এবং Node.js-এ ব্যবহার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V8 Engine কীভাবে কাজ করে?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V8 engine কাজ করে Just-In-Time (JIT) compilation পদ্ধতিতে।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ধাপগুলো হলো: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code কে parse করে AST (Abstract Syntax Tree) বানায়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তারপর code কে bytecode-এ convert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Frequently used code গুলোকে optimize করে সরাসরি machine code বানায়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Garbage collection দিয়ে unused memory clear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56"/>
          <p:cNvSpPr txBox="1">
            <a:spLocks noGrp="1"/>
          </p:cNvSpPr>
          <p:nvPr>
            <p:ph type="title" idx="4"/>
          </p:nvPr>
        </p:nvSpPr>
        <p:spPr>
          <a:xfrm>
            <a:off x="497850" y="710975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 dirty="0"/>
              <a:t>JS </a:t>
            </a:r>
            <a:r>
              <a:rPr lang="en" sz="3900" dirty="0" err="1"/>
              <a:t>কি</a:t>
            </a:r>
            <a:r>
              <a:rPr lang="en" sz="3900" dirty="0"/>
              <a:t> single-threaded? Explain.</a:t>
            </a:r>
            <a:endParaRPr sz="3900" dirty="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20" name="Google Shape;520;p56"/>
          <p:cNvSpPr txBox="1"/>
          <p:nvPr/>
        </p:nvSpPr>
        <p:spPr>
          <a:xfrm>
            <a:off x="497850" y="1282000"/>
            <a:ext cx="7903200" cy="24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হ্যাঁ, JavaScript একটি single-threaded language — অর্থাৎ একই সময়ে শুধু একটি কাজই execute করতে পারে। তবে asynchronous কাজগুলো JavaScript নিজে করে না; সেগুলো handle করে runtime environment (Browser / Node.js), যেখানে Event Loop, Web APIs এবং Callback Queue ব্যবহার করে একাধিক কাজের মতো behaviour তৈরি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JS কীভাবে asynchronous কাজ handle করে?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 Stack – সব synchronous code line-by-line execute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Web APIs / Background Threads – setTimeout, fetch, DOM event ইত্যাদি এখানে চলে যায়।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Task / Microtask Queue – async কাজ শেষ হলে callback এখানে জমা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Loop – Call Stack ফাঁকা হলে Queue থেকে কাজ তুলে এনে execute করে।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p57"/>
          <p:cNvSpPr txBox="1">
            <a:spLocks noGrp="1"/>
          </p:cNvSpPr>
          <p:nvPr>
            <p:ph type="title" idx="4"/>
          </p:nvPr>
        </p:nvSpPr>
        <p:spPr>
          <a:xfrm>
            <a:off x="497850" y="710975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 dirty="0"/>
              <a:t>JS data types </a:t>
            </a:r>
            <a:r>
              <a:rPr lang="en" sz="3900" dirty="0" err="1"/>
              <a:t>কয়টি</a:t>
            </a:r>
            <a:r>
              <a:rPr lang="en" sz="3900" dirty="0"/>
              <a:t>?</a:t>
            </a:r>
            <a:endParaRPr sz="3900" dirty="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26" name="Google Shape;526;p57"/>
          <p:cNvSpPr txBox="1"/>
          <p:nvPr/>
        </p:nvSpPr>
        <p:spPr>
          <a:xfrm>
            <a:off x="497850" y="1282000"/>
            <a:ext cx="7903200" cy="31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JavaScript-এ ৭টি primitive data type এবং ১টি non-primitive (object) type আছে।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Primitive Data Types (immutable)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Number – 123, 3.14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String – "Hello", 'JS'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Boolean – true / false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Undefined – variable declare করা আছে কিন্তু value নেই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Null – intentional empty value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Symbol – unique identifier, ES6 থেকে এসেছে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BigInt – খুব বড় integer number (ES2020 থেকে)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Non-Primitive Data Type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Object – Collection of key-value pair, mutable  যেমন: {name: "Shawon", age: 20}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Array ও Function ও Object-এর subtype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5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700"/>
              <a:t>Primitive ও non-primitive পার্থক্য কী?</a:t>
            </a:r>
            <a:endParaRPr sz="3700"/>
          </a:p>
        </p:txBody>
      </p:sp>
      <p:sp>
        <p:nvSpPr>
          <p:cNvPr id="532" name="Google Shape;532;p58"/>
          <p:cNvSpPr txBox="1"/>
          <p:nvPr/>
        </p:nvSpPr>
        <p:spPr>
          <a:xfrm>
            <a:off x="497850" y="1282000"/>
            <a:ext cx="7903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graphicFrame>
        <p:nvGraphicFramePr>
          <p:cNvPr id="533" name="Google Shape;533;p58"/>
          <p:cNvGraphicFramePr/>
          <p:nvPr/>
        </p:nvGraphicFramePr>
        <p:xfrm>
          <a:off x="952500" y="1125750"/>
          <a:ext cx="7239000" cy="3657420"/>
        </p:xfrm>
        <a:graphic>
          <a:graphicData uri="http://schemas.openxmlformats.org/drawingml/2006/table">
            <a:tbl>
              <a:tblPr>
                <a:noFill/>
                <a:tableStyleId>{C69FB0F3-B2E3-4281-9DBD-54BAB008E74F}</a:tableStyleId>
              </a:tblPr>
              <a:tblGrid>
                <a:gridCol w="241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Feature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Primitive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Non-Primitive (Object)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Definition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Single immutable value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Collection of values (mutable)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Examples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Number, String, Boolean, Null, Undefined, Symbol, BigInt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Object, Array, Function, Date, etc.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Mutability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Immutable – value change করলে নতুন memory allocate হয়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Mutable – original value modify করা যায়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Reference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Stored by value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Stored by reference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Comparison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== বা === direct value compare করে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== বা === reference compare করে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5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/>
              <a:t>var, let, const পার্থক্য কী?</a:t>
            </a:r>
            <a:endParaRPr sz="39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39" name="Google Shape;539;p59"/>
          <p:cNvSpPr txBox="1"/>
          <p:nvPr/>
        </p:nvSpPr>
        <p:spPr>
          <a:xfrm>
            <a:off x="497850" y="1056725"/>
            <a:ext cx="7903200" cy="39554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var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Function-scoped (scope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শুধুমাত্র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function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মধ্যে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সীমিত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)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(variable declaration memory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উঠে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value undefined)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let</a:t>
            </a:r>
            <a:endParaRPr sz="13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Block-scoped ({} block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মধ্যে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সীমিত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)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Temporal Dead Zone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কারণে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error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 এ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Value change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const</a:t>
            </a:r>
            <a:endParaRPr sz="13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Block-scoped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TDZ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আছে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Reassign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Object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Array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content modify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reference change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যাবে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endParaRPr sz="1100" dirty="0" err="1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p6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>
              <a:buSzPts val="1100"/>
            </a:pPr>
            <a:r>
              <a:rPr lang="en" sz="3900" dirty="0"/>
              <a:t>Hoisting </a:t>
            </a:r>
            <a:r>
              <a:rPr lang="en" sz="3900" dirty="0" err="1"/>
              <a:t>কী</a:t>
            </a:r>
            <a:r>
              <a:rPr lang="en" sz="3900" dirty="0"/>
              <a:t>? </a:t>
            </a:r>
            <a:r>
              <a:rPr lang="en" sz="2000" dirty="0">
                <a:solidFill>
                  <a:schemeClr val="tx2"/>
                </a:solidFill>
              </a:rPr>
              <a:t>Pg 4,6 </a:t>
            </a:r>
            <a:r>
              <a:rPr lang="en" sz="2000" dirty="0" err="1">
                <a:solidFill>
                  <a:schemeClr val="tx2"/>
                </a:solidFill>
              </a:rPr>
              <a:t>july</a:t>
            </a:r>
            <a:endParaRPr lang="en-US" sz="2000" dirty="0">
              <a:solidFill>
                <a:schemeClr val="tx2"/>
              </a:solidFill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45" name="Google Shape;545;p60"/>
          <p:cNvSpPr txBox="1"/>
          <p:nvPr/>
        </p:nvSpPr>
        <p:spPr>
          <a:xfrm>
            <a:off x="497850" y="1056725"/>
            <a:ext cx="7903200" cy="25114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behavior,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যেখানে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 ও function declarations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তাদের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উপরের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দিকে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“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উঠে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”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(memory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register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code execution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সময়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এগুলো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চিনে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নেওয়া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Variables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var declarations hoist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initial value undefined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let ও const declarations hoist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Temporal Dead Zone (TDZ)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থাকায়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error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declaration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সম্পূর্ণ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hoist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expression hoist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value assign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error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হবে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p61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/>
              <a:t>undefined ও null পার্থক্য কী?</a:t>
            </a:r>
            <a:endParaRPr sz="39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51" name="Google Shape;551;p61"/>
          <p:cNvSpPr txBox="1"/>
          <p:nvPr/>
        </p:nvSpPr>
        <p:spPr>
          <a:xfrm>
            <a:off x="497850" y="1056725"/>
            <a:ext cx="7903200" cy="25114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undefined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null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দুটি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আলাদা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type,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যদিও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অনেক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সময়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confusing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undefined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Variable 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আছে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কোনো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value assign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হয়নি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Type: undefined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নিজেই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default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দেয়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null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Explicitly empty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no-value indicate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জন্য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ব্যবহার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Type: object (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একটা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historical bug,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এখন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common)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62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/>
              <a:t>== বনাম ===</a:t>
            </a:r>
            <a:endParaRPr sz="39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57" name="Google Shape;557;p62"/>
          <p:cNvSpPr txBox="1"/>
          <p:nvPr/>
        </p:nvSpPr>
        <p:spPr>
          <a:xfrm>
            <a:off x="497850" y="1056725"/>
            <a:ext cx="7903200" cy="3167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JavaScript-এ ==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===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দুইটি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comparison operator,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তাদের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behavior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আলাদা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== (</a:t>
            </a:r>
            <a:r>
              <a:rPr lang="en" sz="110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Loose Equality</a:t>
            </a: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Type coercion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মানে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প্রয়োজন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type convert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compare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শুধু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value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দেখেই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comparison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=== (Strict Equality)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Type coercion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Type + value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দুইই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match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হবে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Best Practice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Always use === (strict equality) to avoid unexpected type coercion errors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p63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 dirty="0"/>
              <a:t>Execution Context </a:t>
            </a:r>
            <a:r>
              <a:rPr lang="en" sz="3900" dirty="0" err="1"/>
              <a:t>কী</a:t>
            </a:r>
            <a:r>
              <a:rPr lang="en" sz="3900" dirty="0"/>
              <a:t>?</a:t>
            </a:r>
            <a:r>
              <a:rPr lang="en" sz="1800" dirty="0"/>
              <a:t> Pg 22 June...</a:t>
            </a:r>
            <a:endParaRPr lang="en-US" sz="1800" dirty="0"/>
          </a:p>
        </p:txBody>
      </p:sp>
      <p:sp>
        <p:nvSpPr>
          <p:cNvPr id="563" name="Google Shape;563;p63"/>
          <p:cNvSpPr txBox="1"/>
          <p:nvPr/>
        </p:nvSpPr>
        <p:spPr>
          <a:xfrm>
            <a:off x="497850" y="1056725"/>
            <a:ext cx="7903200" cy="3095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Execution Context (EC)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 code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চলার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environment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engine-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কোন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variables, functions,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কিভাবে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handle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হবে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প্রতিটি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 code execution-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সময়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Execution Context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Execution Context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প্রধান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components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Variable Environment (VE)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- Variable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declarations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রাখা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Scope Chain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- Outer scope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parent scope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 handle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this binding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-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বর্তমান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context-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জন্য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this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point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Execution Context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ধরন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Global Execution Context -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পুরো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program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চালু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হওয়ার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সময়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শুধু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একবারই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G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lobal scope + this points to window (browser)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Execution Context - Function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 Local variables + parameters + this maintain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Eval Execution Context (rarely used) -  eval()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চালু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p64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900"/>
              <a:t>Global execution context কী?</a:t>
            </a:r>
            <a:endParaRPr sz="5000"/>
          </a:p>
        </p:txBody>
      </p:sp>
      <p:sp>
        <p:nvSpPr>
          <p:cNvPr id="569" name="Google Shape;569;p64"/>
          <p:cNvSpPr txBox="1"/>
          <p:nvPr/>
        </p:nvSpPr>
        <p:spPr>
          <a:xfrm>
            <a:off x="497850" y="1056725"/>
            <a:ext cx="7903200" cy="20089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Global Execution Context (GEC)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JavaScript-এ default execution context,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program start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হওয়ার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সাথে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সাথে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পুরো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program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চলার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সময়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Scope: GEC-এ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globally accessible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this Binding: Browser-এ this points to window object,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Node.js-এ this points to {} (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module.exports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)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Hoisting: Function declarations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 declarations memory-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register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Lifecycle: Program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শুরু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Program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শেষ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destroy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Google Shape;574;p65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 dirty="0"/>
              <a:t>Call stack </a:t>
            </a:r>
            <a:r>
              <a:rPr lang="en" sz="3900" dirty="0" err="1"/>
              <a:t>কী</a:t>
            </a:r>
            <a:r>
              <a:rPr lang="en" sz="3900" dirty="0"/>
              <a:t>?</a:t>
            </a:r>
            <a:r>
              <a:rPr lang="en" sz="4400" dirty="0"/>
              <a:t> </a:t>
            </a:r>
            <a:r>
              <a:rPr lang="en" sz="2000" dirty="0"/>
              <a:t>Pg 30 jun</a:t>
            </a:r>
            <a:endParaRPr lang="en-US" sz="2000" err="1"/>
          </a:p>
        </p:txBody>
      </p:sp>
      <p:sp>
        <p:nvSpPr>
          <p:cNvPr id="575" name="Google Shape;575;p65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 Stack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LIFO (Last In, First Out)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data structure,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গুলো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track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execution order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ঠিক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রাখে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Function-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Execution Context stack-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top এ push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শেষ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Execution Context stack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থেকে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pop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Synchronous code: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 Stack use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line-by-line execute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p66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900"/>
              <a:t>Lexical scope কী?</a:t>
            </a:r>
            <a:endParaRPr sz="5000"/>
          </a:p>
        </p:txBody>
      </p:sp>
      <p:sp>
        <p:nvSpPr>
          <p:cNvPr id="581" name="Google Shape;581;p66"/>
          <p:cNvSpPr txBox="1"/>
          <p:nvPr/>
        </p:nvSpPr>
        <p:spPr>
          <a:xfrm>
            <a:off x="497850" y="1056725"/>
            <a:ext cx="7903200" cy="3760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>
              <a:lnSpc>
                <a:spcPct val="115000"/>
              </a:lnSpc>
              <a:spcBef>
                <a:spcPts val="1200"/>
              </a:spcBef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Lexical Scope (Static Scope)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নির্ধারণ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নিয়ম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যেখানে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accessibility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declaration location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দ্বারা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নির্ধারিত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???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যে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function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কোথা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থেকে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call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হচ্ছে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তার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দ্বারা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lang="en-US" sz="110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Scope compile time-এ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ঠিক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, runtime-এ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indent="-298450">
              <a:lnSpc>
                <a:spcPct val="115000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Outer function-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variables inner function access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পার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ex ??????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Inner function-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variables outer function access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পারে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</a:p>
          <a:p>
            <a:pPr marL="158750">
              <a:lnSpc>
                <a:spcPct val="114999"/>
              </a:lnSpc>
              <a:buClr>
                <a:srgbClr val="FFFFFF"/>
              </a:buClr>
              <a:buSzPts val="1100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158750">
              <a:lnSpc>
                <a:spcPct val="114999"/>
              </a:lnSpc>
              <a:buClr>
                <a:srgbClr val="FFFFFF"/>
              </a:buClr>
              <a:buSzPts val="1100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p67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 dirty="0"/>
              <a:t>Scope chain </a:t>
            </a:r>
            <a:r>
              <a:rPr lang="en" sz="3900" dirty="0" err="1"/>
              <a:t>কী</a:t>
            </a:r>
            <a:r>
              <a:rPr lang="en" sz="3900" dirty="0"/>
              <a:t>? </a:t>
            </a:r>
            <a:r>
              <a:rPr lang="en" sz="2800" dirty="0"/>
              <a:t> </a:t>
            </a:r>
            <a:r>
              <a:rPr lang="en" sz="2800" dirty="0" err="1"/>
              <a:t>pg</a:t>
            </a:r>
            <a:r>
              <a:rPr lang="en" sz="2800" dirty="0"/>
              <a:t> 12 </a:t>
            </a:r>
            <a:r>
              <a:rPr lang="en" sz="2800" dirty="0" err="1"/>
              <a:t>july</a:t>
            </a:r>
          </a:p>
        </p:txBody>
      </p:sp>
      <p:sp>
        <p:nvSpPr>
          <p:cNvPr id="587" name="Google Shape;587;p67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Scope Chain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mechanism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block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কী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পারবে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নির্ধারণ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outer scopes-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reference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ধরে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রেখে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lang="en-US" sz="110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প্রতিটি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Execution Context-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সাথে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থাকে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scope chain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Variable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খুঁজে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পাওয়া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current scope → outer scope → global scope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Closure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 chain-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উপর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কাজ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p6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 dirty="0"/>
              <a:t>Block scope </a:t>
            </a:r>
            <a:r>
              <a:rPr lang="en" sz="3900" dirty="0" err="1"/>
              <a:t>কী</a:t>
            </a:r>
            <a:r>
              <a:rPr lang="en" sz="3900" dirty="0"/>
              <a:t>? </a:t>
            </a:r>
            <a:r>
              <a:rPr lang="en" sz="1800" dirty="0"/>
              <a:t>10 </a:t>
            </a:r>
            <a:r>
              <a:rPr lang="en" sz="1800" dirty="0" err="1"/>
              <a:t>july</a:t>
            </a:r>
          </a:p>
        </p:txBody>
      </p:sp>
      <p:sp>
        <p:nvSpPr>
          <p:cNvPr id="593" name="Google Shape;593;p68"/>
          <p:cNvSpPr txBox="1"/>
          <p:nvPr/>
        </p:nvSpPr>
        <p:spPr>
          <a:xfrm>
            <a:off x="497850" y="1056725"/>
            <a:ext cx="7903200" cy="14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Block Scope হলো এমন একটি scope যা শুধুমাত্র {} (curly braces) block-এর ভিতরে variables এবং constants এর জন্য প্রযোজ্য।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let এবং const block-scoped - Block এর বাইরে access করলে error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var function-scoped, তাই block scope ignore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p6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 dirty="0"/>
              <a:t>Temporal Dead Zone </a:t>
            </a:r>
            <a:r>
              <a:rPr lang="en" sz="3900" dirty="0" err="1"/>
              <a:t>কী</a:t>
            </a:r>
            <a:r>
              <a:rPr lang="en" sz="3900" dirty="0"/>
              <a:t>? </a:t>
            </a:r>
            <a:r>
              <a:rPr lang="en" sz="1800" dirty="0"/>
              <a:t>6 </a:t>
            </a:r>
            <a:r>
              <a:rPr lang="en" sz="1800" dirty="0" err="1"/>
              <a:t>july</a:t>
            </a:r>
            <a:r>
              <a:rPr lang="en" sz="1800" dirty="0"/>
              <a:t>, google</a:t>
            </a:r>
          </a:p>
        </p:txBody>
      </p:sp>
      <p:sp>
        <p:nvSpPr>
          <p:cNvPr id="599" name="Google Shape;599;p69"/>
          <p:cNvSpPr txBox="1"/>
          <p:nvPr/>
        </p:nvSpPr>
        <p:spPr>
          <a:xfrm>
            <a:off x="497850" y="1056725"/>
            <a:ext cx="7903200" cy="18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Temporal Dead Zone (TDZ)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এমন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phase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যেখানে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let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দিয়ে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 memory-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তবু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register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error (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ReferenceError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যতক্ষণ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value initialize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শুধু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let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const-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জন্য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আছে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var-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জন্য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নেই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Variable declaration-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access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TDZ trigger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TDZ compile time-এ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নির্ধারিত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p7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 dirty="0"/>
              <a:t>Closure </a:t>
            </a:r>
            <a:r>
              <a:rPr lang="en" sz="3900" dirty="0" err="1"/>
              <a:t>কী</a:t>
            </a:r>
            <a:r>
              <a:rPr lang="en" sz="3900" dirty="0"/>
              <a:t>? </a:t>
            </a:r>
            <a:r>
              <a:rPr lang="en" sz="1800" dirty="0"/>
              <a:t>14 </a:t>
            </a:r>
            <a:r>
              <a:rPr lang="en" sz="1800" dirty="0" err="1"/>
              <a:t>july</a:t>
            </a:r>
            <a:endParaRPr lang="en-US" sz="1800" dirty="0" err="1"/>
          </a:p>
        </p:txBody>
      </p:sp>
      <p:sp>
        <p:nvSpPr>
          <p:cNvPr id="605" name="Google Shape;605;p70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Closure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feature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যেখানে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inner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outer function-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retain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পারে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এমনকি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outer function execution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শেষ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হওয়ার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পরও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Inner function outer function-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 এ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variables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পারে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Closure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ব্যবহৃত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data encapsulation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private variables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function factories, callback functions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ইত্যাদিতে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প্রতিটি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closure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 chain retain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p71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/>
              <a:t>Real use-case of closure? </a:t>
            </a:r>
            <a:r>
              <a:rPr lang="en" sz="1800"/>
              <a:t>14 july</a:t>
            </a:r>
            <a:endParaRPr sz="3900"/>
          </a:p>
        </p:txBody>
      </p:sp>
      <p:sp>
        <p:nvSpPr>
          <p:cNvPr id="611" name="Google Shape;611;p71"/>
          <p:cNvSpPr txBox="1"/>
          <p:nvPr/>
        </p:nvSpPr>
        <p:spPr>
          <a:xfrm>
            <a:off x="497850" y="1056725"/>
            <a:ext cx="79032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Closure-এর real use-case হলো “data encapsulation” বা “private variables” তৈরি করা, যাতে variable outer scope থেকে সরাসরি access না করা যায়, কিন্তু inner function-এর মাধ্যমে controlled access পাওয়া যায়।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72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900"/>
              <a:t>Garbage collection কী?</a:t>
            </a:r>
            <a:endParaRPr sz="3900"/>
          </a:p>
        </p:txBody>
      </p:sp>
      <p:sp>
        <p:nvSpPr>
          <p:cNvPr id="617" name="Google Shape;617;p72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Garbage Collection (GC)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JavaScript runtime-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automatic memory management process,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unused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unreachable objects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memory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থেকে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remove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memory leak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Automatic process – Programmer manually memory free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Unreachable objects –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কোনো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reference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দ্বারা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এমন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objects remove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Mark-and-Sweep Algorithm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–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বেশিরভাগ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JS engine (V8)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algorithm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ব্যবহার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p73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700"/>
              <a:t>Function declaration vs expression</a:t>
            </a:r>
            <a:br>
              <a:rPr lang="en" sz="3700" dirty="0"/>
            </a:br>
            <a:endParaRPr lang="en" sz="1800"/>
          </a:p>
        </p:txBody>
      </p:sp>
      <p:sp>
        <p:nvSpPr>
          <p:cNvPr id="623" name="Google Shape;623;p73"/>
          <p:cNvSpPr txBox="1"/>
          <p:nvPr/>
        </p:nvSpPr>
        <p:spPr>
          <a:xfrm>
            <a:off x="497850" y="1564725"/>
            <a:ext cx="7903200" cy="2900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JavaScript-এ function 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দুটি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common way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আছে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Function Declaration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Expression,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এদের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মধ্যে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key differences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আছে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Declaration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Hoisting: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পুরো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hoist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→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Name: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অবশ্যই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নাম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হবে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Scope: Function-scoped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Expression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Hoisting: variable declaration hoist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value assign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→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call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error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Name: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নাম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optional (anonymous function)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Scope: Depends on var, let, or const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3" name="Google Shape;622;p73">
            <a:extLst>
              <a:ext uri="{FF2B5EF4-FFF2-40B4-BE49-F238E27FC236}">
                <a16:creationId xmlns:a16="http://schemas.microsoft.com/office/drawing/2014/main" id="{F2CAF21D-B212-0059-E1D0-8C1025BCC5C9}"/>
              </a:ext>
            </a:extLst>
          </p:cNvPr>
          <p:cNvSpPr txBox="1">
            <a:spLocks/>
          </p:cNvSpPr>
          <p:nvPr/>
        </p:nvSpPr>
        <p:spPr>
          <a:xfrm>
            <a:off x="586750" y="1108700"/>
            <a:ext cx="8059400" cy="4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7700" b="0" i="0" u="none" strike="noStrike" cap="none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R="0" lvl="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R="0" lvl="3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R="0" lvl="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R="0" lvl="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R="0" lvl="6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R="0" lvl="7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R="0" lvl="8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r>
              <a:rPr lang="en" sz="1800" b="1"/>
              <a:t> Diary page 7 April</a:t>
            </a:r>
            <a:endParaRPr lang="en" sz="1800" b="1">
              <a:solidFill>
                <a:srgbClr val="000000"/>
              </a:solidFill>
            </a:endParaRPr>
          </a:p>
          <a:p>
            <a:pPr algn="ctr"/>
            <a:endParaRPr lang="en" sz="3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p74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700" dirty="0"/>
              <a:t>Arrow function </a:t>
            </a:r>
            <a:r>
              <a:rPr lang="en" sz="3700" dirty="0" err="1"/>
              <a:t>কী</a:t>
            </a:r>
            <a:r>
              <a:rPr lang="en" sz="3700" dirty="0"/>
              <a:t>?</a:t>
            </a:r>
            <a:r>
              <a:rPr lang="en" sz="1800" dirty="0"/>
              <a:t>   </a:t>
            </a:r>
            <a:r>
              <a:rPr lang="en" sz="1800" dirty="0" err="1"/>
              <a:t>pg</a:t>
            </a:r>
            <a:r>
              <a:rPr lang="en" sz="1800" dirty="0"/>
              <a:t> 25 April</a:t>
            </a:r>
            <a:endParaRPr lang="en-US" sz="1800" dirty="0"/>
          </a:p>
        </p:txBody>
      </p:sp>
      <p:sp>
        <p:nvSpPr>
          <p:cNvPr id="629" name="Google Shape;629;p74"/>
          <p:cNvSpPr txBox="1"/>
          <p:nvPr/>
        </p:nvSpPr>
        <p:spPr>
          <a:xfrm>
            <a:off x="497850" y="1056725"/>
            <a:ext cx="7903200" cy="20089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Arrow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ES6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থেকে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আসা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concise way function 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জন্য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traditional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মতো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কাজ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syntax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ছোট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this keyword-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behaviour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আলাদা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Concise syntax – Shorter declaration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this binding – Arrow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নিজের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this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ধরে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surrounding scope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থেকে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নেয়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No arguments object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–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যদি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দরকার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rest parameter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ব্যবহার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Cannot be used as constructor – new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দিয়ে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যাবে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75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76075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700" dirty="0"/>
              <a:t>this keyword </a:t>
            </a:r>
            <a:r>
              <a:rPr lang="en" sz="3700" dirty="0" err="1"/>
              <a:t>কীভাবে</a:t>
            </a:r>
            <a:r>
              <a:rPr lang="en" sz="3700" dirty="0"/>
              <a:t> </a:t>
            </a:r>
            <a:r>
              <a:rPr lang="en" sz="3700" dirty="0" err="1"/>
              <a:t>কাজ</a:t>
            </a:r>
            <a:r>
              <a:rPr lang="en" sz="3700" dirty="0"/>
              <a:t> </a:t>
            </a:r>
            <a:r>
              <a:rPr lang="en" sz="3700" dirty="0" err="1"/>
              <a:t>করে</a:t>
            </a:r>
            <a:r>
              <a:rPr lang="en" sz="3700" dirty="0"/>
              <a:t>? </a:t>
            </a:r>
            <a:br>
              <a:rPr lang="en" sz="3700" dirty="0"/>
            </a:br>
            <a:r>
              <a:rPr lang="en" sz="1800" dirty="0"/>
              <a:t>diary Pg 28 </a:t>
            </a:r>
            <a:r>
              <a:rPr lang="en" sz="1800" dirty="0" err="1"/>
              <a:t>july</a:t>
            </a:r>
            <a:endParaRPr lang="en-US" sz="1800" dirty="0" err="1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3700"/>
          </a:p>
        </p:txBody>
      </p:sp>
      <p:sp>
        <p:nvSpPr>
          <p:cNvPr id="635" name="Google Shape;635;p75"/>
          <p:cNvSpPr txBox="1"/>
          <p:nvPr/>
        </p:nvSpPr>
        <p:spPr>
          <a:xfrm>
            <a:off x="497850" y="1539325"/>
            <a:ext cx="7903200" cy="881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this keyword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JavaScript-এ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special identifier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current execution context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object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refer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 this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behaviour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context-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উপর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নির্ভর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—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dynamic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context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অনুযায়ী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মান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পরিবর্তিত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lang="en-US" sz="1100">
              <a:solidFill>
                <a:srgbClr val="FFFFFF"/>
              </a:solidFill>
              <a:latin typeface="Space Grotesk"/>
              <a:ea typeface="Space Grotesk"/>
              <a:cs typeface="Space Grotesk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Google Shape;640;p76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537416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call(), apply(), bind() পার্থক্য </a:t>
            </a:r>
            <a:endParaRPr sz="3700" dirty="0"/>
          </a:p>
        </p:txBody>
      </p:sp>
      <p:sp>
        <p:nvSpPr>
          <p:cNvPr id="641" name="Google Shape;641;p76"/>
          <p:cNvSpPr txBox="1"/>
          <p:nvPr/>
        </p:nvSpPr>
        <p:spPr>
          <a:xfrm>
            <a:off x="497850" y="1348153"/>
            <a:ext cx="7903200" cy="3597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call(), apply(), এবং bind() হলো JavaScript-এর function methods, যা একটি function-এর this value explicitly set করতে ব্যবহার হয়। কিন্তু এদের মধ্যে subtle differences আছে।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call()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Immediately invoke করে function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Arguments comma-separated পাঠানো হয়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apply()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Immediately invoke করে function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Arguments array আকারে পাঠানো হয়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bind()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New function return করে, original function call হয় না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this permanently bind করা হয়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পরে call করা যায়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4" name="Google Shape;640;p76">
            <a:extLst>
              <a:ext uri="{FF2B5EF4-FFF2-40B4-BE49-F238E27FC236}">
                <a16:creationId xmlns:a16="http://schemas.microsoft.com/office/drawing/2014/main" id="{4B09933A-CE9E-438B-8E69-59C09F6902B5}"/>
              </a:ext>
            </a:extLst>
          </p:cNvPr>
          <p:cNvSpPr txBox="1">
            <a:spLocks/>
          </p:cNvSpPr>
          <p:nvPr/>
        </p:nvSpPr>
        <p:spPr>
          <a:xfrm>
            <a:off x="497850" y="1167657"/>
            <a:ext cx="8148300" cy="233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7700" b="0" i="0" u="none" strike="noStrike" cap="none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R="0" lvl="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R="0" lvl="3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R="0" lvl="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R="0" lvl="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R="0" lvl="6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R="0" lvl="7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R="0" lvl="8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pPr algn="ctr"/>
            <a:r>
              <a:rPr lang="en-US" sz="1600" dirty="0"/>
              <a:t>Vs-code: this methods, Theory titbits </a:t>
            </a:r>
            <a:endParaRPr lang="en-US" sz="37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E9C91A-BD8C-4FD4-9F8D-6203044C619A}"/>
              </a:ext>
            </a:extLst>
          </p:cNvPr>
          <p:cNvSpPr txBox="1"/>
          <p:nvPr/>
        </p:nvSpPr>
        <p:spPr>
          <a:xfrm>
            <a:off x="4911970" y="2121877"/>
            <a:ext cx="3489080" cy="1200329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Syntax: </a:t>
            </a:r>
            <a:r>
              <a:rPr lang="en-US" sz="1200" dirty="0" err="1">
                <a:solidFill>
                  <a:schemeClr val="bg2">
                    <a:lumMod val="20000"/>
                    <a:lumOff val="80000"/>
                  </a:schemeClr>
                </a:solidFill>
              </a:rPr>
              <a:t>function.apply</a:t>
            </a:r>
            <a:r>
              <a:rPr lang="en-US" sz="12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(</a:t>
            </a:r>
            <a:r>
              <a:rPr lang="en-US" sz="1200" dirty="0" err="1">
                <a:solidFill>
                  <a:schemeClr val="bg2">
                    <a:lumMod val="20000"/>
                    <a:lumOff val="80000"/>
                  </a:schemeClr>
                </a:solidFill>
              </a:rPr>
              <a:t>thisarg</a:t>
            </a:r>
            <a:r>
              <a:rPr lang="en-US" sz="12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, [</a:t>
            </a:r>
            <a:r>
              <a:rPr lang="en-US" sz="1200" dirty="0" err="1">
                <a:solidFill>
                  <a:schemeClr val="bg2">
                    <a:lumMod val="20000"/>
                    <a:lumOff val="80000"/>
                  </a:schemeClr>
                </a:solidFill>
              </a:rPr>
              <a:t>args</a:t>
            </a:r>
            <a:r>
              <a:rPr lang="en-US" sz="12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 array])</a:t>
            </a:r>
          </a:p>
          <a:p>
            <a:endParaRPr lang="en-US" sz="1000" dirty="0">
              <a:solidFill>
                <a:schemeClr val="bg2">
                  <a:lumMod val="20000"/>
                  <a:lumOff val="80000"/>
                </a:schemeClr>
              </a:solidFill>
            </a:endParaRPr>
          </a:p>
          <a:p>
            <a:r>
              <a:rPr lang="en-US" sz="1000" dirty="0" err="1">
                <a:solidFill>
                  <a:schemeClr val="bg2">
                    <a:lumMod val="20000"/>
                    <a:lumOff val="80000"/>
                  </a:schemeClr>
                </a:solidFill>
              </a:rPr>
              <a:t>Thisarg</a:t>
            </a:r>
            <a:r>
              <a:rPr lang="en-US" sz="10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: the value to use as “this” when calling the function.</a:t>
            </a:r>
          </a:p>
          <a:p>
            <a:endParaRPr lang="en-US" sz="1000" dirty="0">
              <a:solidFill>
                <a:schemeClr val="bg2">
                  <a:lumMod val="20000"/>
                  <a:lumOff val="80000"/>
                </a:schemeClr>
              </a:solidFill>
            </a:endParaRPr>
          </a:p>
          <a:p>
            <a:r>
              <a:rPr lang="en-US" sz="1000" dirty="0" err="1">
                <a:solidFill>
                  <a:schemeClr val="bg2">
                    <a:lumMod val="20000"/>
                    <a:lumOff val="80000"/>
                  </a:schemeClr>
                </a:solidFill>
              </a:rPr>
              <a:t>args</a:t>
            </a:r>
            <a:r>
              <a:rPr lang="en-US" sz="10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 array: an array / array like object of arguments to pass to the function.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77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Higher order function কী?</a:t>
            </a:r>
            <a:endParaRPr sz="37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3700"/>
          </a:p>
        </p:txBody>
      </p:sp>
      <p:sp>
        <p:nvSpPr>
          <p:cNvPr id="647" name="Google Shape;647;p77"/>
          <p:cNvSpPr txBox="1"/>
          <p:nvPr/>
        </p:nvSpPr>
        <p:spPr>
          <a:xfrm>
            <a:off x="497850" y="1056725"/>
            <a:ext cx="7903200" cy="32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Higher-Order Function (HOF) হলো এমন একটি function যা —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অন্য function কে argument হিসেবে নিতে পারে, বা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কে return করতে পারে।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অর্থাৎ, functions কে treat করা যায় first-class citizens হিসেবে।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JavaScript-এ function হল first-class object → variable হিসেবে assign করা যায়, argument হিসেবে পাঠানো যায়, return করা যায়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HOF commonly ব্যবহার হয়: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map(), filter(), reduce()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handlers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 functions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p7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Callback function কী?</a:t>
            </a:r>
            <a:endParaRPr sz="3700"/>
          </a:p>
        </p:txBody>
      </p:sp>
      <p:sp>
        <p:nvSpPr>
          <p:cNvPr id="653" name="Google Shape;653;p78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 Function হলো একটি function যা অন্য function-এর argument হিসেবে পাঠানো হয় এবং পরে call করা হয়, সাধারণত asynchronous বা event-driven operation-এর জন্য।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 function argument হিসেবে ব্যবহার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Asynchronous tasks (যেমন API call, event handling, setTimeout) এ common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Nested callbacks বেশি হলে callback hell তৈরি হতে পারে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p7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Pure function কী?</a:t>
            </a:r>
            <a:endParaRPr sz="3700"/>
          </a:p>
        </p:txBody>
      </p:sp>
      <p:sp>
        <p:nvSpPr>
          <p:cNvPr id="659" name="Google Shape;659;p79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Pure Function হলো এমন একটি function যা একই input পেলে সর্বদা একই output দেয় এবং কোনো external state বা variable modify করে না।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Deterministic – একই input → একই output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 side-effects – function body ছাড়া কোনো external variable বা state change হয়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Functional programming এ pure function খুব important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p8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IIFE কী?</a:t>
            </a:r>
            <a:endParaRPr sz="3700"/>
          </a:p>
        </p:txBody>
      </p:sp>
      <p:sp>
        <p:nvSpPr>
          <p:cNvPr id="665" name="Google Shape;665;p80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IIFE (Immediately Invoked Function Expression) হলো একটি JavaScript function যা declare হওয়ার সঙ্গে সঙ্গে immediately execute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Commonly ব্যবহার হয় scope encapsulation করতে → global scope pollute না করার জন্য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Anonymous বা named function হতে পারে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ES5 আগে module system না থাকার কারণে খুব popular ছিল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p81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Recursion কী?</a:t>
            </a:r>
            <a:endParaRPr sz="3700"/>
          </a:p>
        </p:txBody>
      </p:sp>
      <p:sp>
        <p:nvSpPr>
          <p:cNvPr id="671" name="Google Shape;671;p81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Recursion হলো programming technique যেখানে একটি function নিজের ভিতরে নিজেকে call করে, সাধারণত কোনো বড় সমস্যাকে ছোট ছোট sub-problems এ ভাগ করার জন্য।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প্রতিটি recursive function-এ base case থাকা আবশ্যক, না হলে infinite loop হবে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Divide and Conquer approach এ common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Memory-wise, each recursive call call stack এ push হয় → large recursion হলে stack overflow হতে পারে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p82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Currying কী?</a:t>
            </a:r>
            <a:endParaRPr sz="3700"/>
          </a:p>
        </p:txBody>
      </p:sp>
      <p:sp>
        <p:nvSpPr>
          <p:cNvPr id="677" name="Google Shape;677;p82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Currying হলো একটি functional programming technique যেখানে একটি function multiple arguments নেয় কিন্তু একবারে সব argument না নিয়ে, এক বা একাধিক argument নিয়ে series of functions return করে।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Original function কে small, unary (single-argument) functions এ ভাগ করা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Useful for partial application → কিছু arguments pre-fill করা যায়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এ arrow functions দিয়ে সহজে implement করা যায়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83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Synchronous vs Asynchronous</a:t>
            </a:r>
            <a:endParaRPr sz="3700"/>
          </a:p>
        </p:txBody>
      </p:sp>
      <p:sp>
        <p:nvSpPr>
          <p:cNvPr id="683" name="Google Shape;683;p83"/>
          <p:cNvSpPr txBox="1"/>
          <p:nvPr/>
        </p:nvSpPr>
        <p:spPr>
          <a:xfrm>
            <a:off x="497850" y="1056725"/>
            <a:ext cx="7903200" cy="23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Synchronous এবং Asynchronous হলো JavaScript-এ code execution-এর দুইটি ধরন।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Synchronous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Line-by-line execution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পরবর্তী code তখনই execute হয় যখন current code finish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Blocking nature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Asynchronous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কিছু task background-এ চলে, পরবর্তীতে result পাওয়া গেলে callback, promise বা async/await দিয়ে handle করা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Non-blocking nature → program execution বন্ধ হয়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84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Callback hell কী?</a:t>
            </a:r>
            <a:endParaRPr sz="3700"/>
          </a:p>
        </p:txBody>
      </p:sp>
      <p:sp>
        <p:nvSpPr>
          <p:cNvPr id="689" name="Google Shape;689;p84"/>
          <p:cNvSpPr txBox="1"/>
          <p:nvPr/>
        </p:nvSpPr>
        <p:spPr>
          <a:xfrm>
            <a:off x="497850" y="1056725"/>
            <a:ext cx="7903200" cy="268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 Hell হলো একটি situation যখন nested callbacks এর কারণে code deeply indented, hard to read এবং maintain করা কঠিন হয়ে যায়।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সাধারণত asynchronous operations (API call, file read, event handling) এ দেখা যায়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Nested callbacks readability এবং error handling কে কঠিন করে তোলে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Solutions: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Promises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Async/Await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Modularize code / named functions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p85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Promise কী?</a:t>
            </a:r>
            <a:endParaRPr sz="3700"/>
          </a:p>
        </p:txBody>
      </p:sp>
      <p:sp>
        <p:nvSpPr>
          <p:cNvPr id="695" name="Google Shape;695;p85"/>
          <p:cNvSpPr txBox="1"/>
          <p:nvPr/>
        </p:nvSpPr>
        <p:spPr>
          <a:xfrm>
            <a:off x="497850" y="1056725"/>
            <a:ext cx="7903200" cy="23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Promise হলো JavaScript-এ একটি object যা asynchronous operation-এর future result represent করে। এটি success বা failure state ধারণ করতে পারে এবং পরে .then() বা .catch() দিয়ে handle করা যায়।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States of a Promise: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Pending: Initial state, operation ongoing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Fulfilled: Operation successful → result available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Rejected: Operation failed → error available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Avoids callback hell by chaining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p86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Promise state কয়টি?</a:t>
            </a:r>
            <a:endParaRPr sz="3700"/>
          </a:p>
        </p:txBody>
      </p:sp>
      <p:sp>
        <p:nvSpPr>
          <p:cNvPr id="701" name="Google Shape;701;p86"/>
          <p:cNvSpPr txBox="1"/>
          <p:nvPr/>
        </p:nvSpPr>
        <p:spPr>
          <a:xfrm>
            <a:off x="497850" y="1056725"/>
            <a:ext cx="7903200" cy="28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Pending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Initial state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Promise এখনও resolve বা reject হয়নি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Asynchronous operation ongoing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Fulfilled (Resolved)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Operation successful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.then() method দিয়ে result access করা যায়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Rejected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Operation failed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.catch() বা second .then() parameter দিয়ে error handle করা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Google Shape;706;p87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Promise chaining কী?</a:t>
            </a:r>
            <a:endParaRPr sz="3700"/>
          </a:p>
        </p:txBody>
      </p:sp>
      <p:sp>
        <p:nvSpPr>
          <p:cNvPr id="707" name="Google Shape;707;p87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Promise chaining হলো একটি technique যেখানে multiple asynchronous operations কে sequentially execute করা হয়, এবং প্রতিটি operation শেষ হওয়ার পরে পরের .then() call করা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প্রতিটি .then() return করে একটি new Promise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একাধিক async operations line-by-line style এ handle করা যায়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Error handle করতে .catch() ব্যবহার করা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Google Shape;712;p8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async / await কী?</a:t>
            </a:r>
            <a:endParaRPr sz="3700"/>
          </a:p>
        </p:txBody>
      </p:sp>
      <p:sp>
        <p:nvSpPr>
          <p:cNvPr id="713" name="Google Shape;713;p88"/>
          <p:cNvSpPr txBox="1"/>
          <p:nvPr/>
        </p:nvSpPr>
        <p:spPr>
          <a:xfrm>
            <a:off x="497850" y="1056725"/>
            <a:ext cx="7903200" cy="319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async / await হলো ES8 এর feature, যা asynchronous code কে synchronous এর মতো readable এবং manageable করার জন্য ব্যবহৃত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async function: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কোন function কে asynchronous declare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সবসময় Promise return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await keyword: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শুধুমাত্র async function এর ভিতরে use করা যায়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Promise resolve না হওয়া পর্যন্ত execution pause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Resolved value return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Benefits: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Cleaner, readable code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Avoids callback hell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Sequential or parallel async operations handle করা সহজ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Google Shape;718;p8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fetch() কীভাবে কাজ করে?</a:t>
            </a:r>
            <a:endParaRPr sz="3700"/>
          </a:p>
        </p:txBody>
      </p:sp>
      <p:sp>
        <p:nvSpPr>
          <p:cNvPr id="719" name="Google Shape;719;p89"/>
          <p:cNvSpPr txBox="1"/>
          <p:nvPr/>
        </p:nvSpPr>
        <p:spPr>
          <a:xfrm>
            <a:off x="497850" y="1056725"/>
            <a:ext cx="7903200" cy="22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fetch() হলো JavaScript-এর built-in function যা network request (HTTP) পাঠানোর জন্য ব্যবহার হয় এবং এটি একটি Promise return করে।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Returns a Promise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Response object resolve হলে .then() বা await দিয়ে handle করা যায়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Works asynchronously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Main thread block করে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Supports HTTP methods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GET, POST, PUT, DELETE ইত্যাদি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9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Event loop কী?</a:t>
            </a:r>
            <a:endParaRPr sz="3700"/>
          </a:p>
        </p:txBody>
      </p:sp>
      <p:sp>
        <p:nvSpPr>
          <p:cNvPr id="725" name="Google Shape;725;p90"/>
          <p:cNvSpPr txBox="1"/>
          <p:nvPr/>
        </p:nvSpPr>
        <p:spPr>
          <a:xfrm>
            <a:off x="497850" y="1056725"/>
            <a:ext cx="7903200" cy="18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Loop হলো JavaScript runtime-এর একটি mechanism যা single-threaded environment-এ asynchronous operations manage করে, এবং ensures করে যে non-blocking tasks ঠিকভাবে execute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single-threaded, তাই synchronous code একসাথে execute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Asynchronous operations (setTimeout, fetch, events) background এ চলে যায় → Call Stack block করে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Loop continuously check করে Call Stack ফাঁকা কি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ফাঁকা হলে Task / Callback Queue থেকে task Call Stack এ push করে execute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p91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Microtask queue কী?</a:t>
            </a:r>
            <a:endParaRPr sz="37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3700"/>
          </a:p>
        </p:txBody>
      </p:sp>
      <p:sp>
        <p:nvSpPr>
          <p:cNvPr id="731" name="Google Shape;731;p91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Microtask Queue হলো JavaScript runtime-এর একটি queue যা promise callbacks এবং process.nextTick (Node.js) এর মতো high-priority asynchronous tasks রাখে, এবং Event Loop Call Stack ফাঁকা হলে এগুলো প্রথমে execute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Higher priority than regular Task Queue (macro task)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Promise .then(), .catch(), .finally() callbacks এখানে চলে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Loop Call Stack ফাঁকা হলে Microtask Queue থেকে tasks execute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p92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setTimeout কেন delay নেয়?</a:t>
            </a:r>
            <a:endParaRPr sz="3700"/>
          </a:p>
        </p:txBody>
      </p:sp>
      <p:sp>
        <p:nvSpPr>
          <p:cNvPr id="737" name="Google Shape;737;p92"/>
          <p:cNvSpPr txBox="1"/>
          <p:nvPr/>
        </p:nvSpPr>
        <p:spPr>
          <a:xfrm>
            <a:off x="497850" y="1056725"/>
            <a:ext cx="7903200" cy="26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setTimeout() asynchronous function, যা callback function কে minimum delay পর execute করে। Delay নেয় কারণ JavaScript single-threaded এবং Event Loop ব্যবহৃত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Non-blocking: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setTimeout main thread block করে না, তাই delay থাকলেও code execution চলতে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Minimum delay: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Timer set করা মাত্র callback immediately execute হয়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 Task Queue-তে যায় → Call Stack ফাঁকা হলে Event Loop তাতে push করে execute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Actual delay may be longer: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 Stack busy হলে callback একটু পরে execute হবে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তাই setTimeout 0ms দিলেও immediate execution guarantee নেই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Google Shape;742;p93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map() vs forEach()</a:t>
            </a:r>
            <a:endParaRPr sz="3700"/>
          </a:p>
        </p:txBody>
      </p:sp>
      <p:sp>
        <p:nvSpPr>
          <p:cNvPr id="743" name="Google Shape;743;p93"/>
          <p:cNvSpPr txBox="1"/>
          <p:nvPr/>
        </p:nvSpPr>
        <p:spPr>
          <a:xfrm>
            <a:off x="497850" y="1056725"/>
            <a:ext cx="7903200" cy="25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map() এবং forEach() দুটোই array iteration করার জন্য ব্যবহৃত হয়, কিন্তু তাদের behavior আলাদা।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forEach()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Purpose: প্রতিটি element এ callback apply করা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Returns: undefined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Mutation: Original array modify করতে পারে, new array return করে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map()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Purpose: প্রতিটি element modify করে new array return করা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Returns: নতুন array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Mutation: Original array change হয়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p94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filter() কী?</a:t>
            </a:r>
            <a:endParaRPr sz="3700"/>
          </a:p>
        </p:txBody>
      </p:sp>
      <p:sp>
        <p:nvSpPr>
          <p:cNvPr id="749" name="Google Shape;749;p94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forEach() executes a function on each array element without returning anything, while map() transforms each element and returns a new array.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Non-mutating – Original array change হয়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Returns new array – satisfying condition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 function true/false return করে → true হলে element include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Google Shape;754;p95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reduce() explain with example</a:t>
            </a:r>
            <a:endParaRPr sz="3700"/>
          </a:p>
        </p:txBody>
      </p:sp>
      <p:sp>
        <p:nvSpPr>
          <p:cNvPr id="755" name="Google Shape;755;p95"/>
          <p:cNvSpPr txBox="1"/>
          <p:nvPr/>
        </p:nvSpPr>
        <p:spPr>
          <a:xfrm>
            <a:off x="497850" y="1056725"/>
            <a:ext cx="7903200" cy="18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reduce() হলো JavaScript array method যা array-এর সব elements কে একটি single value তে reduce করে।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 function দুইটি parameter নেয়: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Accumulator – previous computation result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Current Value – current element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Optional initial value দেয়া যায় accumulator-এর জন্য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Non-mutating – Original array change হয়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96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slice() vs splice()</a:t>
            </a:r>
            <a:endParaRPr sz="3700"/>
          </a:p>
        </p:txBody>
      </p:sp>
      <p:sp>
        <p:nvSpPr>
          <p:cNvPr id="761" name="Google Shape;761;p96"/>
          <p:cNvSpPr txBox="1"/>
          <p:nvPr/>
        </p:nvSpPr>
        <p:spPr>
          <a:xfrm>
            <a:off x="497850" y="1056725"/>
            <a:ext cx="7903200" cy="25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slice() এবং splice() দুটোই JavaScript array method, কিন্তু তাদের behavior আলাদা।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slice()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Purpose: Array-এর একটি portion extract করে new array return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Mutates original array: ❌ (original array change হয় না)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Syntax: array.slice(startIndex, endIndex) → endIndex exclusive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splice()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Purpose: Array থেকে element remove বা insert করে original array modify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Mutates original array: ✅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Syntax: array.splice(startIndex, deleteCount, item1, item2, ...)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p97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Shallow vs Deep copy</a:t>
            </a:r>
            <a:endParaRPr sz="3700"/>
          </a:p>
        </p:txBody>
      </p:sp>
      <p:sp>
        <p:nvSpPr>
          <p:cNvPr id="767" name="Google Shape;767;p97"/>
          <p:cNvSpPr txBox="1"/>
          <p:nvPr/>
        </p:nvSpPr>
        <p:spPr>
          <a:xfrm>
            <a:off x="497850" y="1056725"/>
            <a:ext cx="7903200" cy="27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JavaScript-এ Shallow copy এবং Deep copy array বা object copy করার দুইটি ধরন, এবং এদের মধ্যে পার্থক্য হলো কিভাবে nested structures handle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Shallow Copy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কেবল top-level elements copy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Nested objects বা arrays reference হিসেবে copy হয় → original পরিবর্তন হলে copy তেও পরিবর্তন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Methods: Object.assign(), spread operator ..., Array.slice()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Deep Copy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সমস্ত level copy করে → nested objects আলাদা memory তে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Original পরিবর্তন হলেও copy change হয়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Methods: JSON.parse(JSON.stringify(obj)), structuredClone() (modern JS), recursive function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Google Shape;772;p9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Spread operator</a:t>
            </a:r>
            <a:endParaRPr sz="3700"/>
          </a:p>
        </p:txBody>
      </p:sp>
      <p:sp>
        <p:nvSpPr>
          <p:cNvPr id="773" name="Google Shape;773;p98"/>
          <p:cNvSpPr txBox="1"/>
          <p:nvPr/>
        </p:nvSpPr>
        <p:spPr>
          <a:xfrm>
            <a:off x="497850" y="1056725"/>
            <a:ext cx="7903200" cy="22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Spread Operator (...) হলো JavaScript feature যা array বা object-এর elements কে expand বা spread করার জন্য ব্যবহৃত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Copying array / object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Merging arrays / objects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arguments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Shallow copy: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Array বা object copy করতে ব্যবহার করা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Nested objects/rules shared → shallow copy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p9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Destructuring</a:t>
            </a:r>
            <a:endParaRPr sz="3700"/>
          </a:p>
        </p:txBody>
      </p:sp>
      <p:sp>
        <p:nvSpPr>
          <p:cNvPr id="779" name="Google Shape;779;p99"/>
          <p:cNvSpPr txBox="1"/>
          <p:nvPr/>
        </p:nvSpPr>
        <p:spPr>
          <a:xfrm>
            <a:off x="497850" y="1056725"/>
            <a:ext cx="79032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Destructuring হলো JavaScript feature যা array বা object থেকে values কে extract করে variables-এ সহজে assign করার জন্য ব্যবহার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10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Object.freeze vs seal</a:t>
            </a:r>
            <a:endParaRPr sz="3700"/>
          </a:p>
        </p:txBody>
      </p:sp>
      <p:sp>
        <p:nvSpPr>
          <p:cNvPr id="785" name="Google Shape;785;p100"/>
          <p:cNvSpPr txBox="1"/>
          <p:nvPr/>
        </p:nvSpPr>
        <p:spPr>
          <a:xfrm>
            <a:off x="497850" y="1056725"/>
            <a:ext cx="7903200" cy="198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Object.freeze()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Object completely immutable হয়ে যায়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 add, no delete, no update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Nested objects shallow freeze হয় (deep না)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Object.seal()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Properties add বা delete করা যাবে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 existing properties update করা যাবে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p101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Prototype কী?</a:t>
            </a:r>
            <a:endParaRPr sz="3700"/>
          </a:p>
        </p:txBody>
      </p:sp>
      <p:sp>
        <p:nvSpPr>
          <p:cNvPr id="791" name="Google Shape;791;p101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Prototype হলো JavaScript-এর একটি mechanism যার মাধ্যমে objects একে অপরের কাছ থেকে properties ও methods inherit করে। JavaScript-এ inheritance prototype chain দিয়ে কাজ করে, class না, object-to-object linkage দিয়ে।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প্রতিটি JavaScript object-এর একটি internal property থাকে → [[Prototype]]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এটি সাধারণত access করা হয় __proto__ বা Object.getPrototypeOf() দিয়ে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যদি কোন property object-এ না পাওয়া যায়, JavaScript prototype chain ধরে উপরের object-এ খোঁজে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6" name="Google Shape;796;p102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DOM কী?</a:t>
            </a:r>
            <a:endParaRPr sz="3700"/>
          </a:p>
        </p:txBody>
      </p:sp>
      <p:sp>
        <p:nvSpPr>
          <p:cNvPr id="797" name="Google Shape;797;p102"/>
          <p:cNvSpPr txBox="1"/>
          <p:nvPr/>
        </p:nvSpPr>
        <p:spPr>
          <a:xfrm>
            <a:off x="497850" y="1056725"/>
            <a:ext cx="7903200" cy="24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DOM (Document Object Model) হলো একটি programming interface যা HTML document কে tree structure আকারে represent করে, যাতে JavaScript দিয়ে web page dynamically change করা যায়।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Browser HTML কে parse করে একটি tree of nodes বানায়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প্রতিটি HTML element DOM-এর একটি object (node)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দিয়ে আমরা: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Element select করতে পারি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Content change করতে পারি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Style modify করতে পারি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add করতে পারি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p103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Event bubbling</a:t>
            </a:r>
            <a:endParaRPr sz="3700"/>
          </a:p>
        </p:txBody>
      </p:sp>
      <p:sp>
        <p:nvSpPr>
          <p:cNvPr id="803" name="Google Shape;803;p103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Bubbling হলো JavaScript event propagation mechanism যেখানে কোনো element-এ event ঘটলে সেটি ভিতর থেকে বাইরে (child → parent → document) দিকে propagate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Default behavior হলো bubbling phase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প্রথমে target element-এ trigger হয়, তারপর parent, তারপর grandparent পর্যন্ত যায়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stopPropagation() ব্যবহার করে bubbling থামানো যায়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" name="Google Shape;808;p104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Event capturing</a:t>
            </a:r>
            <a:endParaRPr sz="3700"/>
          </a:p>
        </p:txBody>
      </p:sp>
      <p:sp>
        <p:nvSpPr>
          <p:cNvPr id="809" name="Google Shape;809;p104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Capturing (Trickling) হলো JavaScript event propagation-এর প্রথম phase যেখানে event উপরের element (document/window) থেকে শুরু হয়ে target element-এর দিকে নিচে নামে।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propagation-এর first phase হলো capturing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Default ভাবে capturing disabled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addEventListener(event, handler, true) দিলে capturing enable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p105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preventDefault()</a:t>
            </a:r>
            <a:endParaRPr sz="3700"/>
          </a:p>
        </p:txBody>
      </p:sp>
      <p:sp>
        <p:nvSpPr>
          <p:cNvPr id="815" name="Google Shape;815;p105"/>
          <p:cNvSpPr txBox="1"/>
          <p:nvPr/>
        </p:nvSpPr>
        <p:spPr>
          <a:xfrm>
            <a:off x="497850" y="1056725"/>
            <a:ext cx="7903200" cy="14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preventDefault() হলো event object-এর একটি method যা কোনো element-এর default browser behavior বন্ধ করে দেয়।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Browser এর built-in action থামিয়ে দেয়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Form submit, link redirect, checkbox toggle ইত্যাদিতে বেশি ব্যবহৃত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Bubbling বন্ধ করে না → শুধু default behavior বন্ধ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Google Shape;820;p106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stopPropagation()</a:t>
            </a:r>
            <a:endParaRPr sz="3700"/>
          </a:p>
        </p:txBody>
      </p:sp>
      <p:sp>
        <p:nvSpPr>
          <p:cNvPr id="821" name="Google Shape;821;p106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stopPropagation() হলো event object-এর একটি method যা event bubbling বা capturing বন্ধ করে দেয়, অর্থাৎ event আর parent elements-এ propagate হয় না।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propagation থামায় → parent elements এ আর যায়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Default browser behavior বন্ধ করে না (ওটার জন্য preventDefault() লাগে)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Bubbling এবং capturing – দুই phase এই কাজ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Google Shape;826;p107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localStorage vs sessionStorage</a:t>
            </a:r>
            <a:endParaRPr sz="3700"/>
          </a:p>
        </p:txBody>
      </p:sp>
      <p:sp>
        <p:nvSpPr>
          <p:cNvPr id="827" name="Google Shape;827;p107"/>
          <p:cNvSpPr txBox="1"/>
          <p:nvPr/>
        </p:nvSpPr>
        <p:spPr>
          <a:xfrm>
            <a:off x="497850" y="1056725"/>
            <a:ext cx="7903200" cy="291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localStorage এবং sessionStorage দুটোই Web Storage API, যা browser-এ data store করার জন্য ব্যবহার হয়, কিন্তু lifetime আলাদা।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localStorage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Data permanently store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Browser close বা PC restart হলেও data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Manually clear না করা পর্যন্ত delete হয়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Limit প্রায় 5–10 MB per domain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sessionStorage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Data শুধুমাত্র browser tab/session পর্যন্ত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Tab close করলে data automatically delete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Same tab-এর ভিতর accessible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Google Shape;832;p10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Cookie কী?</a:t>
            </a:r>
            <a:endParaRPr sz="3700"/>
          </a:p>
        </p:txBody>
      </p:sp>
      <p:sp>
        <p:nvSpPr>
          <p:cNvPr id="833" name="Google Shape;833;p108"/>
          <p:cNvSpPr txBox="1"/>
          <p:nvPr/>
        </p:nvSpPr>
        <p:spPr>
          <a:xfrm>
            <a:off x="497850" y="1056725"/>
            <a:ext cx="7903200" cy="346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Cookie হলো browser-এ store করা ছোট data যা server এবং client উভয়ের সাথে automatically exchange হয় HTTP request-এর সাথে।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এটি মূলত authentication, session management এবং user tracking-এর জন্য ব্যবহৃত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Cookie client-side এ store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প্রতিটি HTTP request-এর সাথে cookie automatically server-এ যায়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Size limit খুব ছোট → প্রায় 4KB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Expiry date set করা যায় → session cookie বা persistent cookie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Types of Cookies: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Session Cookie → browser close হলে delete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Persistent Cookie → expiry date পর্যন্ত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HttpOnly Cookie → JS দিয়ে access করা যায় না (secure)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Secure Cookie → শুধু HTTPS এ কাজ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Google Shape;838;p10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BOM কী?</a:t>
            </a:r>
            <a:endParaRPr sz="3700"/>
          </a:p>
        </p:txBody>
      </p:sp>
      <p:sp>
        <p:nvSpPr>
          <p:cNvPr id="839" name="Google Shape;839;p109"/>
          <p:cNvSpPr txBox="1"/>
          <p:nvPr/>
        </p:nvSpPr>
        <p:spPr>
          <a:xfrm>
            <a:off x="497850" y="1056725"/>
            <a:ext cx="7903200" cy="29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BOM (Browser Object Model) হলো একটি JavaScript interface যা browser window এবং browser-related objects কে access এবং control করার সুযোগ দেয়।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DOM vs BOM: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DOM → document content control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BOM → browser environment control (window, location, navigator, history, screen)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 standard specification → browser-specific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Common BOM objects: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window → main object, browser window represent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navigator → browser info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screen → screen resolution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location → URL info, redirect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history → back/forward navigation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p11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Reflow &amp; Repaint</a:t>
            </a:r>
            <a:endParaRPr sz="3700"/>
          </a:p>
        </p:txBody>
      </p:sp>
      <p:sp>
        <p:nvSpPr>
          <p:cNvPr id="845" name="Google Shape;845;p110"/>
          <p:cNvSpPr txBox="1"/>
          <p:nvPr/>
        </p:nvSpPr>
        <p:spPr>
          <a:xfrm>
            <a:off x="497850" y="1056725"/>
            <a:ext cx="7903200" cy="38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Reflow এবং Repaint হলো browser rendering process-এর দুইটি stage, যা DOM বা CSS পরিবর্তনের পর page update করার জন্য ঘটে।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Reflow (Layout)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Trigger হয় যখন DOM structure বা element size/position change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Browser পুনরায় layout calculate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Heavy operation → performance impact বেশি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Examples: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element add/remove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width, height, padding, margin change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font change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Repaint (Redraw)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Trigger হয় যখন element appearance change হয় কিন্তু layout একই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Browser শুধু paint করে, size/position calculate করে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Examples: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background-color change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text color change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Google Shape;850;p111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Debounce কী?</a:t>
            </a:r>
            <a:endParaRPr sz="3700"/>
          </a:p>
        </p:txBody>
      </p:sp>
      <p:sp>
        <p:nvSpPr>
          <p:cNvPr id="851" name="Google Shape;851;p111"/>
          <p:cNvSpPr txBox="1"/>
          <p:nvPr/>
        </p:nvSpPr>
        <p:spPr>
          <a:xfrm>
            <a:off x="497850" y="1056725"/>
            <a:ext cx="7903200" cy="198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Debounce হলো একটি technique যা rapid-fire events (যেমন scroll, resize, keypress) কে control করে এবং নির্দিষ্ট delay পরে function execute করে।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এতে unnecessary frequent calls avoid হয় → performance improve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শেষ call হওয়ার পর নির্দিষ্ট time delay পার হলে execute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Common use-cases: search input, window resize, scroll events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Reduces CPU load and improves performance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Google Shape;856;p112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Throttle কী?</a:t>
            </a:r>
            <a:endParaRPr sz="3700"/>
          </a:p>
        </p:txBody>
      </p:sp>
      <p:sp>
        <p:nvSpPr>
          <p:cNvPr id="857" name="Google Shape;857;p112"/>
          <p:cNvSpPr txBox="1"/>
          <p:nvPr/>
        </p:nvSpPr>
        <p:spPr>
          <a:xfrm>
            <a:off x="497850" y="1056725"/>
            <a:ext cx="7903200" cy="237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Throttle হলো একটি technique যা rapid-fire events-এর function execution rate limit করে, নির্দিষ্ট interval অনুযায়ী function execute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এতে performance improve হয়, কারণ function প্রতি event-এ call হয় না।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fixed time interval পর পর execute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Common use-cases: scroll, resize, mousemove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Debounce vs Throttle: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Debounce → শেষ call পরে execute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Throttle → fixed interval এ execute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p113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Memoization কী?</a:t>
            </a:r>
            <a:endParaRPr sz="3700"/>
          </a:p>
        </p:txBody>
      </p:sp>
      <p:sp>
        <p:nvSpPr>
          <p:cNvPr id="863" name="Google Shape;863;p113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Memoization হলো optimization technique যেখানে function-এর results cache করা হয়, যাতে একই input-এর জন্য আগের computation reuse করা যায় এবং performance improve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Pure function-এর সাথে বেশি use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Reduces redundant computations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Commonly recursive functions যেমন Fibonacci series বা factorial optimization-এ ব্যবহার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Google Shape;868;p114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Lazy loading কী?</a:t>
            </a:r>
            <a:endParaRPr sz="3700"/>
          </a:p>
        </p:txBody>
      </p:sp>
      <p:sp>
        <p:nvSpPr>
          <p:cNvPr id="869" name="Google Shape;869;p114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Lazy Loading হলো একটি technique যেখানে resource (image, script, component) শুধুমাত্র তখন load হয় যখন সেটা প্রয়োজন হয় বা viewport-এ দেখা যায়।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Performance optimization → initial load কমানো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Common use-cases: images, videos, components in SPA (React, Angular, Vue)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Reduces bandwidth usage and improves page speed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Google Shape;874;p115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Tree shaking কী?</a:t>
            </a:r>
            <a:endParaRPr sz="3700"/>
          </a:p>
        </p:txBody>
      </p:sp>
      <p:sp>
        <p:nvSpPr>
          <p:cNvPr id="875" name="Google Shape;875;p115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Tree Shaking হলো optimization technique যা JavaScript bundler (যেমন Webpack, Rollup) ব্যবহার করে unused code বা dead code কে remove করে, bundle size কমায়।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ES6 modules (import/export) এর সাথে কাজ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Only used exports bundle-এ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Improves performance → smaller file size, faster load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p116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Code splitting কী?</a:t>
            </a:r>
            <a:endParaRPr sz="3700"/>
          </a:p>
        </p:txBody>
      </p:sp>
      <p:sp>
        <p:nvSpPr>
          <p:cNvPr id="881" name="Google Shape;881;p116"/>
          <p:cNvSpPr txBox="1"/>
          <p:nvPr/>
        </p:nvSpPr>
        <p:spPr>
          <a:xfrm>
            <a:off x="497850" y="1056725"/>
            <a:ext cx="7903200" cy="22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Code Splitting হলো একটি optimization technique যা application code কে multiple smaller bundles এ divide করে, যাতে শুধু প্রয়োজনীয় code load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Improves performance → initial load কমে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Commonly used in SPA (React, Angular, Vue)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Bundlers like Webpack বা Parcel support code splitting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Techniques: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Entry points → multiple entry bundles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Dynamic imports → lazy loading modules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p117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XSS attack কী?</a:t>
            </a:r>
            <a:endParaRPr sz="3700"/>
          </a:p>
        </p:txBody>
      </p:sp>
      <p:sp>
        <p:nvSpPr>
          <p:cNvPr id="887" name="Google Shape;887;p117"/>
          <p:cNvSpPr txBox="1"/>
          <p:nvPr/>
        </p:nvSpPr>
        <p:spPr>
          <a:xfrm>
            <a:off x="497850" y="1056725"/>
            <a:ext cx="7903200" cy="330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XSS (Cross-Site Scripting) attack হলো একটি security vulnerability যেখানে attacker malicious JavaScript code inject করে এবং সেই code victim-এর browser-এ execute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Attacker input field, URL parameter বা comment box দিয়ে script inject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সেই script user-এর browser-এ run হয়ে পারে: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Cookie steal করতে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Session hijack করতে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Fake UI দেখাতে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Browser মনে করে script টা trusted website থেকে এসেছে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Prevention: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User input sanitize / escape করা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innerHTML এর বদলে textContent ব্যবহার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Content Security Policy (CSP)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p11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CSRF কী?</a:t>
            </a:r>
            <a:endParaRPr sz="3700"/>
          </a:p>
        </p:txBody>
      </p:sp>
      <p:sp>
        <p:nvSpPr>
          <p:cNvPr id="893" name="Google Shape;893;p118"/>
          <p:cNvSpPr txBox="1"/>
          <p:nvPr/>
        </p:nvSpPr>
        <p:spPr>
          <a:xfrm>
            <a:off x="497850" y="1056725"/>
            <a:ext cx="7903200" cy="27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CSRF (Cross-Site Request Forgery) হলো একটি security attack যেখানে attacker user-এর browser কে trick করে, authenticated session ব্যবহার করে unwanted action perform করতে বাধ্য করে।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Attacker user কে কোনো malicious link বা form submit করায়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Victim logged-in থাকে → browser automatically session cookie পাঠায়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Result: unwanted transaction, password change, fund transfer ইত্যাদি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Prevention: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CSRF token use করা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SameSite cookie attribute ব্যবহার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Double submit cookie technique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p11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CORS কী?</a:t>
            </a:r>
            <a:endParaRPr sz="3700"/>
          </a:p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3700"/>
          </a:p>
        </p:txBody>
      </p:sp>
      <p:sp>
        <p:nvSpPr>
          <p:cNvPr id="899" name="Google Shape;899;p119"/>
          <p:cNvSpPr txBox="1"/>
          <p:nvPr/>
        </p:nvSpPr>
        <p:spPr>
          <a:xfrm>
            <a:off x="497850" y="1056725"/>
            <a:ext cx="7903200" cy="22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CORS (Cross-Origin Resource Sharing) হলো একটি browser security feature যা নির্দেশ দেয় কোন external domains থেকে resources access করা যাবে এবং কোনগুলো blocked থাকবে।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Same-Origin Policy default restrict করে different origin requests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CORS HTTP headers দিয়ে server control করে: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Access-Control-Allow-Origin → কোন domains request করতে পারবে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Access-Control-Allow-Methods → কোন HTTP methods allow করা হবে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Access-Control-Allow-Headers → কোন headers accept হবে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Client-side JS শুধুমাত্র allowed origins থেকে fetch/axios request করতে পারে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Google Shape;904;p12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eval() কেন dangerous?</a:t>
            </a:r>
            <a:endParaRPr sz="3700"/>
          </a:p>
        </p:txBody>
      </p:sp>
      <p:sp>
        <p:nvSpPr>
          <p:cNvPr id="905" name="Google Shape;905;p120"/>
          <p:cNvSpPr txBox="1"/>
          <p:nvPr/>
        </p:nvSpPr>
        <p:spPr>
          <a:xfrm>
            <a:off x="497850" y="1056725"/>
            <a:ext cx="7903200" cy="18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eval() হলো JavaScript function যা string হিসেবে দেওয়া code execute করে, কিন্তু এটি dangerous কারণ attacker-এর injected code run হতে পারে।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Security risk → malicious code execute করতে পারে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Performance impact → JS engine optimizations bypass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Debugging hard → runtime string execution complicates tracing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Avoid use → alternatives: JSON.parse(), functions, template literals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434343"/>
      </a:lt1>
      <a:dk2>
        <a:srgbClr val="B7B7B7"/>
      </a:dk2>
      <a:lt2>
        <a:srgbClr val="E7E7E7"/>
      </a:lt2>
      <a:accent1>
        <a:srgbClr val="007E6C"/>
      </a:accent1>
      <a:accent2>
        <a:srgbClr val="00E58E"/>
      </a:accent2>
      <a:accent3>
        <a:srgbClr val="CF94B4"/>
      </a:accent3>
      <a:accent4>
        <a:srgbClr val="F6B5D3"/>
      </a:accent4>
      <a:accent5>
        <a:srgbClr val="FFF269"/>
      </a:accent5>
      <a:accent6>
        <a:srgbClr val="F8ED89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5169</Words>
  <Application>Microsoft Office PowerPoint</Application>
  <PresentationFormat>On-screen Show (16:9)</PresentationFormat>
  <Paragraphs>581</Paragraphs>
  <Slides>68</Slides>
  <Notes>68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68</vt:i4>
      </vt:variant>
    </vt:vector>
  </HeadingPairs>
  <TitlesOfParts>
    <vt:vector size="74" baseType="lpstr">
      <vt:lpstr>Space Grotesk</vt:lpstr>
      <vt:lpstr>Arial</vt:lpstr>
      <vt:lpstr>Space Grotesk Medium</vt:lpstr>
      <vt:lpstr>Space Grotesk Light</vt:lpstr>
      <vt:lpstr>Simple Light</vt:lpstr>
      <vt:lpstr>Simple Light</vt:lpstr>
      <vt:lpstr>JavaScript কী এবং কেন ব্যবহার হয়? Diary page 0 1 April </vt:lpstr>
      <vt:lpstr>JavaScript engine কী? </vt:lpstr>
      <vt:lpstr>V8 engine কী? </vt:lpstr>
      <vt:lpstr>JS কি single-threaded? Explain. </vt:lpstr>
      <vt:lpstr>JS data types কয়টি? </vt:lpstr>
      <vt:lpstr>Primitive ও non-primitive পার্থক্য কী?</vt:lpstr>
      <vt:lpstr>var, let, const পার্থক্য কী? </vt:lpstr>
      <vt:lpstr>Hoisting কী? Pg 4,6 july </vt:lpstr>
      <vt:lpstr>undefined ও null পার্থক্য কী? </vt:lpstr>
      <vt:lpstr>== বনাম === </vt:lpstr>
      <vt:lpstr>Execution Context কী? Pg 22 June...</vt:lpstr>
      <vt:lpstr>Global execution context কী?</vt:lpstr>
      <vt:lpstr>Call stack কী? Pg 30 jun</vt:lpstr>
      <vt:lpstr>Lexical scope কী?</vt:lpstr>
      <vt:lpstr>Scope chain কী?  pg 12 july</vt:lpstr>
      <vt:lpstr>Block scope কী? 10 july</vt:lpstr>
      <vt:lpstr>Temporal Dead Zone কী? 6 july, google</vt:lpstr>
      <vt:lpstr>Closure কী? 14 july</vt:lpstr>
      <vt:lpstr>Real use-case of closure? 14 july</vt:lpstr>
      <vt:lpstr>Garbage collection কী?</vt:lpstr>
      <vt:lpstr>Function declaration vs expression </vt:lpstr>
      <vt:lpstr>Arrow function কী?   pg 25 April</vt:lpstr>
      <vt:lpstr>this keyword কীভাবে কাজ করে?  diary Pg 28 july </vt:lpstr>
      <vt:lpstr>call(), apply(), bind() পার্থক্য </vt:lpstr>
      <vt:lpstr>Higher order function কী? </vt:lpstr>
      <vt:lpstr>Callback function কী?</vt:lpstr>
      <vt:lpstr>Pure function কী?</vt:lpstr>
      <vt:lpstr>IIFE কী?</vt:lpstr>
      <vt:lpstr>Recursion কী?</vt:lpstr>
      <vt:lpstr>Currying কী?</vt:lpstr>
      <vt:lpstr>Synchronous vs Asynchronous</vt:lpstr>
      <vt:lpstr>Callback hell কী?</vt:lpstr>
      <vt:lpstr>Promise কী?</vt:lpstr>
      <vt:lpstr>Promise state কয়টি?</vt:lpstr>
      <vt:lpstr>Promise chaining কী?</vt:lpstr>
      <vt:lpstr>async / await কী?</vt:lpstr>
      <vt:lpstr>fetch() কীভাবে কাজ করে?</vt:lpstr>
      <vt:lpstr>Event loop কী?</vt:lpstr>
      <vt:lpstr>Microtask queue কী? </vt:lpstr>
      <vt:lpstr>setTimeout কেন delay নেয়?</vt:lpstr>
      <vt:lpstr>map() vs forEach()</vt:lpstr>
      <vt:lpstr>filter() কী?</vt:lpstr>
      <vt:lpstr>reduce() explain with example</vt:lpstr>
      <vt:lpstr>slice() vs splice()</vt:lpstr>
      <vt:lpstr>Shallow vs Deep copy</vt:lpstr>
      <vt:lpstr>Spread operator</vt:lpstr>
      <vt:lpstr>Destructuring</vt:lpstr>
      <vt:lpstr>Object.freeze vs seal</vt:lpstr>
      <vt:lpstr>Prototype কী?</vt:lpstr>
      <vt:lpstr>DOM কী?</vt:lpstr>
      <vt:lpstr>Event bubbling</vt:lpstr>
      <vt:lpstr>Event capturing</vt:lpstr>
      <vt:lpstr>preventDefault()</vt:lpstr>
      <vt:lpstr>stopPropagation()</vt:lpstr>
      <vt:lpstr>localStorage vs sessionStorage</vt:lpstr>
      <vt:lpstr>Cookie কী?</vt:lpstr>
      <vt:lpstr>BOM কী?</vt:lpstr>
      <vt:lpstr>Reflow &amp; Repaint</vt:lpstr>
      <vt:lpstr>Debounce কী?</vt:lpstr>
      <vt:lpstr>Throttle কী?</vt:lpstr>
      <vt:lpstr>Memoization কী?</vt:lpstr>
      <vt:lpstr>Lazy loading কী?</vt:lpstr>
      <vt:lpstr>Tree shaking কী?</vt:lpstr>
      <vt:lpstr>Code splitting কী?</vt:lpstr>
      <vt:lpstr>XSS attack কী?</vt:lpstr>
      <vt:lpstr>CSRF কী?</vt:lpstr>
      <vt:lpstr>CORS কী? </vt:lpstr>
      <vt:lpstr>eval() কেন dangerous?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JavaScript কী এবং কেন ব্যবহার হয়? Diary page 0 1 April </dc:title>
  <cp:lastModifiedBy>Nabila Nuzhat Moin</cp:lastModifiedBy>
  <cp:revision>204</cp:revision>
  <dcterms:modified xsi:type="dcterms:W3CDTF">2026-04-25T05:55:19Z</dcterms:modified>
</cp:coreProperties>
</file>